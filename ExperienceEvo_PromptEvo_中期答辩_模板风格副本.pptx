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2" r:id="rId2"/>
    <p:sldMasterId id="2147483655" r:id="rId3"/>
  </p:sldMasterIdLst>
  <p:notesMasterIdLst>
    <p:notesMasterId r:id="rId17"/>
  </p:notesMasterIdLst>
  <p:handoutMasterIdLst>
    <p:handoutMasterId r:id="rId18"/>
  </p:handout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 userDrawn="1">
          <p15:clr>
            <a:srgbClr val="A4A3A4"/>
          </p15:clr>
        </p15:guide>
        <p15:guide id="2" pos="40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3F61"/>
    <a:srgbClr val="4667A0"/>
    <a:srgbClr val="B2D8FE"/>
    <a:srgbClr val="FFFFFF"/>
    <a:srgbClr val="004EA3"/>
    <a:srgbClr val="2167B1"/>
    <a:srgbClr val="012A53"/>
    <a:srgbClr val="011F3D"/>
    <a:srgbClr val="5B9BD5"/>
    <a:srgbClr val="004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54ABBC-77E9-4FD7-BFA6-0E013AE82CE3}" v="99" dt="2021-09-28T11:54:40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33" autoAdjust="0"/>
    <p:restoredTop sz="84496" autoAdjust="0"/>
  </p:normalViewPr>
  <p:slideViewPr>
    <p:cSldViewPr snapToGrid="0">
      <p:cViewPr>
        <p:scale>
          <a:sx n="50" d="100"/>
          <a:sy n="50" d="100"/>
        </p:scale>
        <p:origin x="543" y="1017"/>
      </p:cViewPr>
      <p:guideLst>
        <p:guide orient="horz" pos="368"/>
        <p:guide pos="4067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9" y="4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Chengze" userId="cb207eaf1c6f3e1c" providerId="LiveId" clId="{8A54ABBC-77E9-4FD7-BFA6-0E013AE82CE3}"/>
    <pc:docChg chg="undo custSel addSld delSld modSld sldOrd modMainMaster">
      <pc:chgData name="Wang Chengze" userId="cb207eaf1c6f3e1c" providerId="LiveId" clId="{8A54ABBC-77E9-4FD7-BFA6-0E013AE82CE3}" dt="2021-09-28T11:55:23.664" v="410" actId="478"/>
      <pc:docMkLst>
        <pc:docMk/>
      </pc:docMkLst>
      <pc:sldChg chg="modSp del mod">
        <pc:chgData name="Wang Chengze" userId="cb207eaf1c6f3e1c" providerId="LiveId" clId="{8A54ABBC-77E9-4FD7-BFA6-0E013AE82CE3}" dt="2021-09-28T11:21:42.966" v="37" actId="47"/>
        <pc:sldMkLst>
          <pc:docMk/>
          <pc:sldMk cId="0" sldId="256"/>
        </pc:sldMkLst>
        <pc:spChg chg="mod">
          <ac:chgData name="Wang Chengze" userId="cb207eaf1c6f3e1c" providerId="LiveId" clId="{8A54ABBC-77E9-4FD7-BFA6-0E013AE82CE3}" dt="2021-09-28T10:32:56.365" v="27" actId="14100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Wang Chengze" userId="cb207eaf1c6f3e1c" providerId="LiveId" clId="{8A54ABBC-77E9-4FD7-BFA6-0E013AE82CE3}" dt="2021-09-28T11:45:28.633" v="386" actId="47"/>
        <pc:sldMkLst>
          <pc:docMk/>
          <pc:sldMk cId="3098746310" sldId="390"/>
        </pc:sldMkLst>
      </pc:sldChg>
      <pc:sldChg chg="delSp modSp del mod">
        <pc:chgData name="Wang Chengze" userId="cb207eaf1c6f3e1c" providerId="LiveId" clId="{8A54ABBC-77E9-4FD7-BFA6-0E013AE82CE3}" dt="2021-09-28T11:21:27.860" v="35" actId="47"/>
        <pc:sldMkLst>
          <pc:docMk/>
          <pc:sldMk cId="1077305754" sldId="391"/>
        </pc:sldMkLst>
        <pc:spChg chg="del mod">
          <ac:chgData name="Wang Chengze" userId="cb207eaf1c6f3e1c" providerId="LiveId" clId="{8A54ABBC-77E9-4FD7-BFA6-0E013AE82CE3}" dt="2021-09-28T11:21:27.111" v="34" actId="478"/>
          <ac:spMkLst>
            <pc:docMk/>
            <pc:sldMk cId="1077305754" sldId="391"/>
            <ac:spMk id="3" creationId="{00000000-0000-0000-0000-000000000000}"/>
          </ac:spMkLst>
        </pc:spChg>
      </pc:sldChg>
      <pc:sldChg chg="addSp delSp modSp new mod modNotesTx">
        <pc:chgData name="Wang Chengze" userId="cb207eaf1c6f3e1c" providerId="LiveId" clId="{8A54ABBC-77E9-4FD7-BFA6-0E013AE82CE3}" dt="2021-09-28T11:45:59.950" v="399" actId="1076"/>
        <pc:sldMkLst>
          <pc:docMk/>
          <pc:sldMk cId="4241522517" sldId="391"/>
        </pc:sldMkLst>
        <pc:spChg chg="mod">
          <ac:chgData name="Wang Chengze" userId="cb207eaf1c6f3e1c" providerId="LiveId" clId="{8A54ABBC-77E9-4FD7-BFA6-0E013AE82CE3}" dt="2021-09-28T11:24:03.926" v="99" actId="20577"/>
          <ac:spMkLst>
            <pc:docMk/>
            <pc:sldMk cId="4241522517" sldId="391"/>
            <ac:spMk id="2" creationId="{43B7CC65-C0E1-4CED-A658-BC4EC9F6DF4E}"/>
          </ac:spMkLst>
        </pc:spChg>
        <pc:spChg chg="mod">
          <ac:chgData name="Wang Chengze" userId="cb207eaf1c6f3e1c" providerId="LiveId" clId="{8A54ABBC-77E9-4FD7-BFA6-0E013AE82CE3}" dt="2021-09-28T11:31:20.827" v="180" actId="14100"/>
          <ac:spMkLst>
            <pc:docMk/>
            <pc:sldMk cId="4241522517" sldId="391"/>
            <ac:spMk id="3" creationId="{1316EE44-94D6-4B7C-9548-CA16E0AE7B28}"/>
          </ac:spMkLst>
        </pc:spChg>
        <pc:spChg chg="add mod">
          <ac:chgData name="Wang Chengze" userId="cb207eaf1c6f3e1c" providerId="LiveId" clId="{8A54ABBC-77E9-4FD7-BFA6-0E013AE82CE3}" dt="2021-09-28T11:23:46.625" v="61" actId="1076"/>
          <ac:spMkLst>
            <pc:docMk/>
            <pc:sldMk cId="4241522517" sldId="391"/>
            <ac:spMk id="4" creationId="{61FB7E62-6A23-43B7-A3BA-F956060BC4A2}"/>
          </ac:spMkLst>
        </pc:spChg>
        <pc:spChg chg="mod">
          <ac:chgData name="Wang Chengze" userId="cb207eaf1c6f3e1c" providerId="LiveId" clId="{8A54ABBC-77E9-4FD7-BFA6-0E013AE82CE3}" dt="2021-09-28T11:45:59.950" v="399" actId="1076"/>
          <ac:spMkLst>
            <pc:docMk/>
            <pc:sldMk cId="4241522517" sldId="391"/>
            <ac:spMk id="6" creationId="{3B84C732-E1B5-4ADE-B0F0-7409CBD62636}"/>
          </ac:spMkLst>
        </pc:spChg>
        <pc:spChg chg="add del mod">
          <ac:chgData name="Wang Chengze" userId="cb207eaf1c6f3e1c" providerId="LiveId" clId="{8A54ABBC-77E9-4FD7-BFA6-0E013AE82CE3}" dt="2021-09-28T11:24:19.043" v="102"/>
          <ac:spMkLst>
            <pc:docMk/>
            <pc:sldMk cId="4241522517" sldId="391"/>
            <ac:spMk id="7" creationId="{E44E0907-3F8B-4AB9-BECE-C50558112E5C}"/>
          </ac:spMkLst>
        </pc:spChg>
        <pc:picChg chg="add mod">
          <ac:chgData name="Wang Chengze" userId="cb207eaf1c6f3e1c" providerId="LiveId" clId="{8A54ABBC-77E9-4FD7-BFA6-0E013AE82CE3}" dt="2021-09-28T11:23:46.625" v="61" actId="1076"/>
          <ac:picMkLst>
            <pc:docMk/>
            <pc:sldMk cId="4241522517" sldId="391"/>
            <ac:picMk id="5" creationId="{F35C65C2-EA9E-4CDE-91A3-58A32E0E2446}"/>
          </ac:picMkLst>
        </pc:picChg>
      </pc:sldChg>
      <pc:sldChg chg="addSp delSp modSp new mod">
        <pc:chgData name="Wang Chengze" userId="cb207eaf1c6f3e1c" providerId="LiveId" clId="{8A54ABBC-77E9-4FD7-BFA6-0E013AE82CE3}" dt="2021-09-28T11:52:11.223" v="403" actId="2711"/>
        <pc:sldMkLst>
          <pc:docMk/>
          <pc:sldMk cId="2453887912" sldId="392"/>
        </pc:sldMkLst>
        <pc:spChg chg="del mod">
          <ac:chgData name="Wang Chengze" userId="cb207eaf1c6f3e1c" providerId="LiveId" clId="{8A54ABBC-77E9-4FD7-BFA6-0E013AE82CE3}" dt="2021-09-28T11:52:01.272" v="400" actId="478"/>
          <ac:spMkLst>
            <pc:docMk/>
            <pc:sldMk cId="2453887912" sldId="392"/>
            <ac:spMk id="2" creationId="{C2E40370-3726-4457-8972-57B746C7086C}"/>
          </ac:spMkLst>
        </pc:spChg>
        <pc:spChg chg="add del mod">
          <ac:chgData name="Wang Chengze" userId="cb207eaf1c6f3e1c" providerId="LiveId" clId="{8A54ABBC-77E9-4FD7-BFA6-0E013AE82CE3}" dt="2021-09-28T11:27:51.447" v="129" actId="478"/>
          <ac:spMkLst>
            <pc:docMk/>
            <pc:sldMk cId="2453887912" sldId="392"/>
            <ac:spMk id="3" creationId="{F0E7548E-35B6-41CA-96B8-5719B3D663F6}"/>
          </ac:spMkLst>
        </pc:spChg>
        <pc:spChg chg="add del mod">
          <ac:chgData name="Wang Chengze" userId="cb207eaf1c6f3e1c" providerId="LiveId" clId="{8A54ABBC-77E9-4FD7-BFA6-0E013AE82CE3}" dt="2021-09-28T11:27:47.603" v="127"/>
          <ac:spMkLst>
            <pc:docMk/>
            <pc:sldMk cId="2453887912" sldId="392"/>
            <ac:spMk id="4" creationId="{9D87FBE5-177C-4BDD-B022-3F9C617C8B97}"/>
          </ac:spMkLst>
        </pc:spChg>
        <pc:spChg chg="add mod">
          <ac:chgData name="Wang Chengze" userId="cb207eaf1c6f3e1c" providerId="LiveId" clId="{8A54ABBC-77E9-4FD7-BFA6-0E013AE82CE3}" dt="2021-09-28T11:52:11.223" v="403" actId="2711"/>
          <ac:spMkLst>
            <pc:docMk/>
            <pc:sldMk cId="2453887912" sldId="392"/>
            <ac:spMk id="5" creationId="{A183CDFB-6546-4517-ACD8-542B613182CD}"/>
          </ac:spMkLst>
        </pc:spChg>
        <pc:spChg chg="mod">
          <ac:chgData name="Wang Chengze" userId="cb207eaf1c6f3e1c" providerId="LiveId" clId="{8A54ABBC-77E9-4FD7-BFA6-0E013AE82CE3}" dt="2021-09-28T11:39:27.513" v="267"/>
          <ac:spMkLst>
            <pc:docMk/>
            <pc:sldMk cId="2453887912" sldId="392"/>
            <ac:spMk id="6" creationId="{9E33701D-4815-4BF1-95B6-D2EB9C78E0EF}"/>
          </ac:spMkLst>
        </pc:spChg>
        <pc:spChg chg="add mod">
          <ac:chgData name="Wang Chengze" userId="cb207eaf1c6f3e1c" providerId="LiveId" clId="{8A54ABBC-77E9-4FD7-BFA6-0E013AE82CE3}" dt="2021-09-28T11:43:31.157" v="375"/>
          <ac:spMkLst>
            <pc:docMk/>
            <pc:sldMk cId="2453887912" sldId="392"/>
            <ac:spMk id="7" creationId="{C92D8942-C424-41D1-AF24-AFBBAF0AC2B6}"/>
          </ac:spMkLst>
        </pc:spChg>
        <pc:picChg chg="add mod">
          <ac:chgData name="Wang Chengze" userId="cb207eaf1c6f3e1c" providerId="LiveId" clId="{8A54ABBC-77E9-4FD7-BFA6-0E013AE82CE3}" dt="2021-09-28T11:43:38.829" v="377" actId="1076"/>
          <ac:picMkLst>
            <pc:docMk/>
            <pc:sldMk cId="2453887912" sldId="392"/>
            <ac:picMk id="10" creationId="{20D48F5C-C12B-437C-A62D-9015A2BE76B6}"/>
          </ac:picMkLst>
        </pc:picChg>
        <pc:cxnChg chg="add mod">
          <ac:chgData name="Wang Chengze" userId="cb207eaf1c6f3e1c" providerId="LiveId" clId="{8A54ABBC-77E9-4FD7-BFA6-0E013AE82CE3}" dt="2021-09-28T11:44:11.595" v="384" actId="208"/>
          <ac:cxnSpMkLst>
            <pc:docMk/>
            <pc:sldMk cId="2453887912" sldId="392"/>
            <ac:cxnSpMk id="8" creationId="{AC092CE4-86B6-4DF1-AF8D-475AD3570495}"/>
          </ac:cxnSpMkLst>
        </pc:cxnChg>
        <pc:cxnChg chg="add mod">
          <ac:chgData name="Wang Chengze" userId="cb207eaf1c6f3e1c" providerId="LiveId" clId="{8A54ABBC-77E9-4FD7-BFA6-0E013AE82CE3}" dt="2021-09-28T11:44:11.595" v="384" actId="208"/>
          <ac:cxnSpMkLst>
            <pc:docMk/>
            <pc:sldMk cId="2453887912" sldId="392"/>
            <ac:cxnSpMk id="9" creationId="{C19B4553-C631-463A-B9B5-B53252478A1F}"/>
          </ac:cxnSpMkLst>
        </pc:cxnChg>
      </pc:sldChg>
      <pc:sldChg chg="del">
        <pc:chgData name="Wang Chengze" userId="cb207eaf1c6f3e1c" providerId="LiveId" clId="{8A54ABBC-77E9-4FD7-BFA6-0E013AE82CE3}" dt="2021-09-28T10:33:58.144" v="32" actId="47"/>
        <pc:sldMkLst>
          <pc:docMk/>
          <pc:sldMk cId="2870242238" sldId="392"/>
        </pc:sldMkLst>
      </pc:sldChg>
      <pc:sldChg chg="addSp delSp modSp add del mod">
        <pc:chgData name="Wang Chengze" userId="cb207eaf1c6f3e1c" providerId="LiveId" clId="{8A54ABBC-77E9-4FD7-BFA6-0E013AE82CE3}" dt="2021-09-28T11:21:31.043" v="36" actId="47"/>
        <pc:sldMkLst>
          <pc:docMk/>
          <pc:sldMk cId="1148196396" sldId="393"/>
        </pc:sldMkLst>
        <pc:spChg chg="add del mod">
          <ac:chgData name="Wang Chengze" userId="cb207eaf1c6f3e1c" providerId="LiveId" clId="{8A54ABBC-77E9-4FD7-BFA6-0E013AE82CE3}" dt="2021-09-28T10:33:08.971" v="30"/>
          <ac:spMkLst>
            <pc:docMk/>
            <pc:sldMk cId="1148196396" sldId="393"/>
            <ac:spMk id="7" creationId="{074236A7-1667-45CB-841A-981AE429D032}"/>
          </ac:spMkLst>
        </pc:spChg>
        <pc:spChg chg="del">
          <ac:chgData name="Wang Chengze" userId="cb207eaf1c6f3e1c" providerId="LiveId" clId="{8A54ABBC-77E9-4FD7-BFA6-0E013AE82CE3}" dt="2021-09-28T10:33:20.754" v="31" actId="478"/>
          <ac:spMkLst>
            <pc:docMk/>
            <pc:sldMk cId="1148196396" sldId="393"/>
            <ac:spMk id="8" creationId="{CF19B001-2DEF-4C4B-8708-5C602F196022}"/>
          </ac:spMkLst>
        </pc:spChg>
      </pc:sldChg>
      <pc:sldChg chg="addSp delSp modSp add mod ord modNotesTx">
        <pc:chgData name="Wang Chengze" userId="cb207eaf1c6f3e1c" providerId="LiveId" clId="{8A54ABBC-77E9-4FD7-BFA6-0E013AE82CE3}" dt="2021-09-28T11:45:44.804" v="397" actId="20577"/>
        <pc:sldMkLst>
          <pc:docMk/>
          <pc:sldMk cId="2873330691" sldId="393"/>
        </pc:sldMkLst>
        <pc:spChg chg="mod">
          <ac:chgData name="Wang Chengze" userId="cb207eaf1c6f3e1c" providerId="LiveId" clId="{8A54ABBC-77E9-4FD7-BFA6-0E013AE82CE3}" dt="2021-09-28T11:30:43.443" v="156" actId="1076"/>
          <ac:spMkLst>
            <pc:docMk/>
            <pc:sldMk cId="2873330691" sldId="393"/>
            <ac:spMk id="2" creationId="{43B7CC65-C0E1-4CED-A658-BC4EC9F6DF4E}"/>
          </ac:spMkLst>
        </pc:spChg>
        <pc:spChg chg="mod">
          <ac:chgData name="Wang Chengze" userId="cb207eaf1c6f3e1c" providerId="LiveId" clId="{8A54ABBC-77E9-4FD7-BFA6-0E013AE82CE3}" dt="2021-09-28T11:30:46.194" v="157" actId="1076"/>
          <ac:spMkLst>
            <pc:docMk/>
            <pc:sldMk cId="2873330691" sldId="393"/>
            <ac:spMk id="3" creationId="{1316EE44-94D6-4B7C-9548-CA16E0AE7B28}"/>
          </ac:spMkLst>
        </pc:spChg>
        <pc:spChg chg="del mod">
          <ac:chgData name="Wang Chengze" userId="cb207eaf1c6f3e1c" providerId="LiveId" clId="{8A54ABBC-77E9-4FD7-BFA6-0E013AE82CE3}" dt="2021-09-28T11:29:05.312" v="142" actId="478"/>
          <ac:spMkLst>
            <pc:docMk/>
            <pc:sldMk cId="2873330691" sldId="393"/>
            <ac:spMk id="4" creationId="{61FB7E62-6A23-43B7-A3BA-F956060BC4A2}"/>
          </ac:spMkLst>
        </pc:spChg>
        <pc:spChg chg="mod">
          <ac:chgData name="Wang Chengze" userId="cb207eaf1c6f3e1c" providerId="LiveId" clId="{8A54ABBC-77E9-4FD7-BFA6-0E013AE82CE3}" dt="2021-09-28T11:30:57.098" v="159" actId="1076"/>
          <ac:spMkLst>
            <pc:docMk/>
            <pc:sldMk cId="2873330691" sldId="393"/>
            <ac:spMk id="6" creationId="{3B84C732-E1B5-4ADE-B0F0-7409CBD62636}"/>
          </ac:spMkLst>
        </pc:spChg>
        <pc:spChg chg="add mod">
          <ac:chgData name="Wang Chengze" userId="cb207eaf1c6f3e1c" providerId="LiveId" clId="{8A54ABBC-77E9-4FD7-BFA6-0E013AE82CE3}" dt="2021-09-28T11:29:46.232" v="149" actId="14100"/>
          <ac:spMkLst>
            <pc:docMk/>
            <pc:sldMk cId="2873330691" sldId="393"/>
            <ac:spMk id="7" creationId="{EAB3A2C8-F323-491C-A01B-AE66570A3A74}"/>
          </ac:spMkLst>
        </pc:spChg>
        <pc:grpChg chg="add mod">
          <ac:chgData name="Wang Chengze" userId="cb207eaf1c6f3e1c" providerId="LiveId" clId="{8A54ABBC-77E9-4FD7-BFA6-0E013AE82CE3}" dt="2021-09-28T11:40:20.305" v="289" actId="1076"/>
          <ac:grpSpMkLst>
            <pc:docMk/>
            <pc:sldMk cId="2873330691" sldId="393"/>
            <ac:grpSpMk id="8" creationId="{239DFD90-AB80-4CF8-AD5E-17AE6DA1EF7B}"/>
          </ac:grpSpMkLst>
        </pc:grpChg>
        <pc:picChg chg="mod">
          <ac:chgData name="Wang Chengze" userId="cb207eaf1c6f3e1c" providerId="LiveId" clId="{8A54ABBC-77E9-4FD7-BFA6-0E013AE82CE3}" dt="2021-09-28T11:29:42.224" v="148" actId="164"/>
          <ac:picMkLst>
            <pc:docMk/>
            <pc:sldMk cId="2873330691" sldId="393"/>
            <ac:picMk id="5" creationId="{F35C65C2-EA9E-4CDE-91A3-58A32E0E2446}"/>
          </ac:picMkLst>
        </pc:picChg>
      </pc:sldChg>
      <pc:sldChg chg="new del">
        <pc:chgData name="Wang Chengze" userId="cb207eaf1c6f3e1c" providerId="LiveId" clId="{8A54ABBC-77E9-4FD7-BFA6-0E013AE82CE3}" dt="2021-09-28T11:28:11.436" v="133" actId="47"/>
        <pc:sldMkLst>
          <pc:docMk/>
          <pc:sldMk cId="4138089110" sldId="393"/>
        </pc:sldMkLst>
      </pc:sldChg>
      <pc:sldChg chg="addSp delSp modSp add mod">
        <pc:chgData name="Wang Chengze" userId="cb207eaf1c6f3e1c" providerId="LiveId" clId="{8A54ABBC-77E9-4FD7-BFA6-0E013AE82CE3}" dt="2021-09-28T11:52:31.877" v="404" actId="2711"/>
        <pc:sldMkLst>
          <pc:docMk/>
          <pc:sldMk cId="3279431012" sldId="394"/>
        </pc:sldMkLst>
        <pc:spChg chg="del mod">
          <ac:chgData name="Wang Chengze" userId="cb207eaf1c6f3e1c" providerId="LiveId" clId="{8A54ABBC-77E9-4FD7-BFA6-0E013AE82CE3}" dt="2021-09-28T11:52:02.502" v="401" actId="478"/>
          <ac:spMkLst>
            <pc:docMk/>
            <pc:sldMk cId="3279431012" sldId="394"/>
            <ac:spMk id="2" creationId="{C2E40370-3726-4457-8972-57B746C7086C}"/>
          </ac:spMkLst>
        </pc:spChg>
        <pc:spChg chg="mod">
          <ac:chgData name="Wang Chengze" userId="cb207eaf1c6f3e1c" providerId="LiveId" clId="{8A54ABBC-77E9-4FD7-BFA6-0E013AE82CE3}" dt="2021-09-28T11:39:27.513" v="267"/>
          <ac:spMkLst>
            <pc:docMk/>
            <pc:sldMk cId="3279431012" sldId="394"/>
            <ac:spMk id="3" creationId="{B6B3A699-1E4A-42C9-9C59-0B720EAC4E0B}"/>
          </ac:spMkLst>
        </pc:spChg>
        <pc:spChg chg="mod">
          <ac:chgData name="Wang Chengze" userId="cb207eaf1c6f3e1c" providerId="LiveId" clId="{8A54ABBC-77E9-4FD7-BFA6-0E013AE82CE3}" dt="2021-09-28T11:52:31.877" v="404" actId="2711"/>
          <ac:spMkLst>
            <pc:docMk/>
            <pc:sldMk cId="3279431012" sldId="394"/>
            <ac:spMk id="5" creationId="{A183CDFB-6546-4517-ACD8-542B613182CD}"/>
          </ac:spMkLst>
        </pc:spChg>
        <pc:spChg chg="add mod">
          <ac:chgData name="Wang Chengze" userId="cb207eaf1c6f3e1c" providerId="LiveId" clId="{8A54ABBC-77E9-4FD7-BFA6-0E013AE82CE3}" dt="2021-09-28T11:44:15.334" v="385"/>
          <ac:spMkLst>
            <pc:docMk/>
            <pc:sldMk cId="3279431012" sldId="394"/>
            <ac:spMk id="6" creationId="{15DA513F-18D1-4188-85F6-27D2EE1438B0}"/>
          </ac:spMkLst>
        </pc:spChg>
        <pc:picChg chg="add mod">
          <ac:chgData name="Wang Chengze" userId="cb207eaf1c6f3e1c" providerId="LiveId" clId="{8A54ABBC-77E9-4FD7-BFA6-0E013AE82CE3}" dt="2021-09-28T11:44:15.334" v="385"/>
          <ac:picMkLst>
            <pc:docMk/>
            <pc:sldMk cId="3279431012" sldId="394"/>
            <ac:picMk id="9" creationId="{34E06385-3CDE-44B6-94FB-AA08170B135D}"/>
          </ac:picMkLst>
        </pc:picChg>
        <pc:cxnChg chg="add mod">
          <ac:chgData name="Wang Chengze" userId="cb207eaf1c6f3e1c" providerId="LiveId" clId="{8A54ABBC-77E9-4FD7-BFA6-0E013AE82CE3}" dt="2021-09-28T11:44:15.334" v="385"/>
          <ac:cxnSpMkLst>
            <pc:docMk/>
            <pc:sldMk cId="3279431012" sldId="394"/>
            <ac:cxnSpMk id="7" creationId="{371E801D-29E0-45E4-9B5B-B390660A3FE5}"/>
          </ac:cxnSpMkLst>
        </pc:cxnChg>
        <pc:cxnChg chg="add mod">
          <ac:chgData name="Wang Chengze" userId="cb207eaf1c6f3e1c" providerId="LiveId" clId="{8A54ABBC-77E9-4FD7-BFA6-0E013AE82CE3}" dt="2021-09-28T11:44:15.334" v="385"/>
          <ac:cxnSpMkLst>
            <pc:docMk/>
            <pc:sldMk cId="3279431012" sldId="394"/>
            <ac:cxnSpMk id="8" creationId="{0CBC55F4-8E32-42A5-A3B8-D17B1BA952CF}"/>
          </ac:cxnSpMkLst>
        </pc:cxnChg>
      </pc:sldChg>
      <pc:sldChg chg="new del">
        <pc:chgData name="Wang Chengze" userId="cb207eaf1c6f3e1c" providerId="LiveId" clId="{8A54ABBC-77E9-4FD7-BFA6-0E013AE82CE3}" dt="2021-09-28T11:31:34.832" v="182" actId="680"/>
        <pc:sldMkLst>
          <pc:docMk/>
          <pc:sldMk cId="3542820120" sldId="394"/>
        </pc:sldMkLst>
      </pc:sldChg>
      <pc:sldChg chg="delSp modSp new del mod">
        <pc:chgData name="Wang Chengze" userId="cb207eaf1c6f3e1c" providerId="LiveId" clId="{8A54ABBC-77E9-4FD7-BFA6-0E013AE82CE3}" dt="2021-09-28T11:32:43.290" v="190" actId="47"/>
        <pc:sldMkLst>
          <pc:docMk/>
          <pc:sldMk cId="1671100727" sldId="395"/>
        </pc:sldMkLst>
        <pc:spChg chg="del mod">
          <ac:chgData name="Wang Chengze" userId="cb207eaf1c6f3e1c" providerId="LiveId" clId="{8A54ABBC-77E9-4FD7-BFA6-0E013AE82CE3}" dt="2021-09-28T11:32:35" v="189" actId="478"/>
          <ac:spMkLst>
            <pc:docMk/>
            <pc:sldMk cId="1671100727" sldId="395"/>
            <ac:spMk id="2" creationId="{90F6DBAA-64EB-426B-9E1D-E87052624E10}"/>
          </ac:spMkLst>
        </pc:spChg>
        <pc:spChg chg="mod">
          <ac:chgData name="Wang Chengze" userId="cb207eaf1c6f3e1c" providerId="LiveId" clId="{8A54ABBC-77E9-4FD7-BFA6-0E013AE82CE3}" dt="2021-09-28T11:32:26.809" v="187"/>
          <ac:spMkLst>
            <pc:docMk/>
            <pc:sldMk cId="1671100727" sldId="395"/>
            <ac:spMk id="3" creationId="{BD2F3000-A5D3-4AF5-B492-3055BD8F6002}"/>
          </ac:spMkLst>
        </pc:spChg>
        <pc:spChg chg="del mod">
          <ac:chgData name="Wang Chengze" userId="cb207eaf1c6f3e1c" providerId="LiveId" clId="{8A54ABBC-77E9-4FD7-BFA6-0E013AE82CE3}" dt="2021-09-28T11:32:33.821" v="188" actId="478"/>
          <ac:spMkLst>
            <pc:docMk/>
            <pc:sldMk cId="1671100727" sldId="395"/>
            <ac:spMk id="4" creationId="{A01966C4-68FC-4B8E-B477-3304E6C7CFCB}"/>
          </ac:spMkLst>
        </pc:spChg>
      </pc:sldChg>
      <pc:sldChg chg="addSp delSp modSp new mod ord">
        <pc:chgData name="Wang Chengze" userId="cb207eaf1c6f3e1c" providerId="LiveId" clId="{8A54ABBC-77E9-4FD7-BFA6-0E013AE82CE3}" dt="2021-09-28T11:54:56.915" v="409" actId="20578"/>
        <pc:sldMkLst>
          <pc:docMk/>
          <pc:sldMk cId="4046267178" sldId="395"/>
        </pc:sldMkLst>
        <pc:spChg chg="del">
          <ac:chgData name="Wang Chengze" userId="cb207eaf1c6f3e1c" providerId="LiveId" clId="{8A54ABBC-77E9-4FD7-BFA6-0E013AE82CE3}" dt="2021-09-28T11:33:06.796" v="194" actId="478"/>
          <ac:spMkLst>
            <pc:docMk/>
            <pc:sldMk cId="4046267178" sldId="395"/>
            <ac:spMk id="2" creationId="{2F36F5CC-08E6-470C-ACC0-49F5A75B5C2F}"/>
          </ac:spMkLst>
        </pc:spChg>
        <pc:spChg chg="mod">
          <ac:chgData name="Wang Chengze" userId="cb207eaf1c6f3e1c" providerId="LiveId" clId="{8A54ABBC-77E9-4FD7-BFA6-0E013AE82CE3}" dt="2021-09-28T11:33:02.222" v="193" actId="20577"/>
          <ac:spMkLst>
            <pc:docMk/>
            <pc:sldMk cId="4046267178" sldId="395"/>
            <ac:spMk id="4" creationId="{A2273A21-DE78-4170-AB5A-6BEE5B4B90B9}"/>
          </ac:spMkLst>
        </pc:spChg>
        <pc:spChg chg="add mod">
          <ac:chgData name="Wang Chengze" userId="cb207eaf1c6f3e1c" providerId="LiveId" clId="{8A54ABBC-77E9-4FD7-BFA6-0E013AE82CE3}" dt="2021-09-28T11:33:20.102" v="196" actId="1076"/>
          <ac:spMkLst>
            <pc:docMk/>
            <pc:sldMk cId="4046267178" sldId="395"/>
            <ac:spMk id="5" creationId="{161BD305-A54F-4415-985B-7F40E19FF180}"/>
          </ac:spMkLst>
        </pc:spChg>
        <pc:spChg chg="add mod">
          <ac:chgData name="Wang Chengze" userId="cb207eaf1c6f3e1c" providerId="LiveId" clId="{8A54ABBC-77E9-4FD7-BFA6-0E013AE82CE3}" dt="2021-09-28T11:33:20.102" v="196" actId="1076"/>
          <ac:spMkLst>
            <pc:docMk/>
            <pc:sldMk cId="4046267178" sldId="395"/>
            <ac:spMk id="6" creationId="{24F36740-0058-4E2E-BFAD-581649AA370C}"/>
          </ac:spMkLst>
        </pc:spChg>
        <pc:spChg chg="add mod">
          <ac:chgData name="Wang Chengze" userId="cb207eaf1c6f3e1c" providerId="LiveId" clId="{8A54ABBC-77E9-4FD7-BFA6-0E013AE82CE3}" dt="2021-09-28T11:33:20.102" v="196" actId="1076"/>
          <ac:spMkLst>
            <pc:docMk/>
            <pc:sldMk cId="4046267178" sldId="395"/>
            <ac:spMk id="7" creationId="{B386F9EC-C4EF-46A9-A841-B03BAE43986A}"/>
          </ac:spMkLst>
        </pc:spChg>
        <pc:spChg chg="add mod">
          <ac:chgData name="Wang Chengze" userId="cb207eaf1c6f3e1c" providerId="LiveId" clId="{8A54ABBC-77E9-4FD7-BFA6-0E013AE82CE3}" dt="2021-09-28T11:33:20.102" v="196" actId="1076"/>
          <ac:spMkLst>
            <pc:docMk/>
            <pc:sldMk cId="4046267178" sldId="395"/>
            <ac:spMk id="8" creationId="{8AA97EBA-3A37-42CF-89CE-23A219C145E0}"/>
          </ac:spMkLst>
        </pc:spChg>
        <pc:spChg chg="add mod">
          <ac:chgData name="Wang Chengze" userId="cb207eaf1c6f3e1c" providerId="LiveId" clId="{8A54ABBC-77E9-4FD7-BFA6-0E013AE82CE3}" dt="2021-09-28T11:33:20.102" v="196" actId="1076"/>
          <ac:spMkLst>
            <pc:docMk/>
            <pc:sldMk cId="4046267178" sldId="395"/>
            <ac:spMk id="9" creationId="{C5A716C4-ACE9-48F5-BA27-092127E6196B}"/>
          </ac:spMkLst>
        </pc:spChg>
        <pc:spChg chg="add mod">
          <ac:chgData name="Wang Chengze" userId="cb207eaf1c6f3e1c" providerId="LiveId" clId="{8A54ABBC-77E9-4FD7-BFA6-0E013AE82CE3}" dt="2021-09-28T11:33:20.102" v="196" actId="1076"/>
          <ac:spMkLst>
            <pc:docMk/>
            <pc:sldMk cId="4046267178" sldId="395"/>
            <ac:spMk id="10" creationId="{19A4051F-6DCE-4134-9A57-F5426A8F9AD2}"/>
          </ac:spMkLst>
        </pc:spChg>
        <pc:spChg chg="add mod">
          <ac:chgData name="Wang Chengze" userId="cb207eaf1c6f3e1c" providerId="LiveId" clId="{8A54ABBC-77E9-4FD7-BFA6-0E013AE82CE3}" dt="2021-09-28T11:33:20.102" v="196" actId="1076"/>
          <ac:spMkLst>
            <pc:docMk/>
            <pc:sldMk cId="4046267178" sldId="395"/>
            <ac:spMk id="11" creationId="{44B12F5F-5F66-460A-9B55-EFECEADB7991}"/>
          </ac:spMkLst>
        </pc:spChg>
        <pc:spChg chg="add mod">
          <ac:chgData name="Wang Chengze" userId="cb207eaf1c6f3e1c" providerId="LiveId" clId="{8A54ABBC-77E9-4FD7-BFA6-0E013AE82CE3}" dt="2021-09-28T11:33:20.102" v="196" actId="1076"/>
          <ac:spMkLst>
            <pc:docMk/>
            <pc:sldMk cId="4046267178" sldId="395"/>
            <ac:spMk id="12" creationId="{C693B2C2-A5A1-4043-9B7C-1D99C40F9F26}"/>
          </ac:spMkLst>
        </pc:spChg>
        <pc:spChg chg="add mod">
          <ac:chgData name="Wang Chengze" userId="cb207eaf1c6f3e1c" providerId="LiveId" clId="{8A54ABBC-77E9-4FD7-BFA6-0E013AE82CE3}" dt="2021-09-28T11:33:20.102" v="196" actId="1076"/>
          <ac:spMkLst>
            <pc:docMk/>
            <pc:sldMk cId="4046267178" sldId="395"/>
            <ac:spMk id="13" creationId="{9D6D8C82-FCA5-4105-AA8D-E14DCB453F77}"/>
          </ac:spMkLst>
        </pc:spChg>
        <pc:spChg chg="add mod">
          <ac:chgData name="Wang Chengze" userId="cb207eaf1c6f3e1c" providerId="LiveId" clId="{8A54ABBC-77E9-4FD7-BFA6-0E013AE82CE3}" dt="2021-09-28T11:33:20.102" v="196" actId="1076"/>
          <ac:spMkLst>
            <pc:docMk/>
            <pc:sldMk cId="4046267178" sldId="395"/>
            <ac:spMk id="14" creationId="{90DD85E5-8C4B-43D7-AD67-62E203595930}"/>
          </ac:spMkLst>
        </pc:spChg>
        <pc:spChg chg="add mod">
          <ac:chgData name="Wang Chengze" userId="cb207eaf1c6f3e1c" providerId="LiveId" clId="{8A54ABBC-77E9-4FD7-BFA6-0E013AE82CE3}" dt="2021-09-28T11:33:20.102" v="196" actId="1076"/>
          <ac:spMkLst>
            <pc:docMk/>
            <pc:sldMk cId="4046267178" sldId="395"/>
            <ac:spMk id="15" creationId="{15D962B1-DEBF-4793-B989-6951F89D36E6}"/>
          </ac:spMkLst>
        </pc:spChg>
        <pc:spChg chg="add mod">
          <ac:chgData name="Wang Chengze" userId="cb207eaf1c6f3e1c" providerId="LiveId" clId="{8A54ABBC-77E9-4FD7-BFA6-0E013AE82CE3}" dt="2021-09-28T11:33:20.102" v="196" actId="1076"/>
          <ac:spMkLst>
            <pc:docMk/>
            <pc:sldMk cId="4046267178" sldId="395"/>
            <ac:spMk id="16" creationId="{12980915-E496-4EA0-AC49-F9035DC36E29}"/>
          </ac:spMkLst>
        </pc:spChg>
        <pc:spChg chg="add mod">
          <ac:chgData name="Wang Chengze" userId="cb207eaf1c6f3e1c" providerId="LiveId" clId="{8A54ABBC-77E9-4FD7-BFA6-0E013AE82CE3}" dt="2021-09-28T11:33:10.851" v="195"/>
          <ac:spMkLst>
            <pc:docMk/>
            <pc:sldMk cId="4046267178" sldId="395"/>
            <ac:spMk id="17" creationId="{4A19672D-CB49-477E-9494-A60731B3273A}"/>
          </ac:spMkLst>
        </pc:spChg>
      </pc:sldChg>
      <pc:sldChg chg="addSp delSp modSp new mod">
        <pc:chgData name="Wang Chengze" userId="cb207eaf1c6f3e1c" providerId="LiveId" clId="{8A54ABBC-77E9-4FD7-BFA6-0E013AE82CE3}" dt="2021-09-28T11:52:49.523" v="405" actId="2711"/>
        <pc:sldMkLst>
          <pc:docMk/>
          <pc:sldMk cId="1324786297" sldId="396"/>
        </pc:sldMkLst>
        <pc:spChg chg="del">
          <ac:chgData name="Wang Chengze" userId="cb207eaf1c6f3e1c" providerId="LiveId" clId="{8A54ABBC-77E9-4FD7-BFA6-0E013AE82CE3}" dt="2021-09-28T11:33:33.805" v="200" actId="478"/>
          <ac:spMkLst>
            <pc:docMk/>
            <pc:sldMk cId="1324786297" sldId="396"/>
            <ac:spMk id="2" creationId="{4AC20636-1137-4481-83A6-13ECE5C75D05}"/>
          </ac:spMkLst>
        </pc:spChg>
        <pc:spChg chg="mod">
          <ac:chgData name="Wang Chengze" userId="cb207eaf1c6f3e1c" providerId="LiveId" clId="{8A54ABBC-77E9-4FD7-BFA6-0E013AE82CE3}" dt="2021-09-28T11:33:28.328" v="199" actId="20577"/>
          <ac:spMkLst>
            <pc:docMk/>
            <pc:sldMk cId="1324786297" sldId="396"/>
            <ac:spMk id="4" creationId="{3A8BE68C-7A2F-4403-BA67-36437C0CBCBF}"/>
          </ac:spMkLst>
        </pc:spChg>
        <pc:spChg chg="add mod">
          <ac:chgData name="Wang Chengze" userId="cb207eaf1c6f3e1c" providerId="LiveId" clId="{8A54ABBC-77E9-4FD7-BFA6-0E013AE82CE3}" dt="2021-09-28T11:33:41.501" v="205" actId="1076"/>
          <ac:spMkLst>
            <pc:docMk/>
            <pc:sldMk cId="1324786297" sldId="396"/>
            <ac:spMk id="6" creationId="{D60F5B19-6D20-488A-8BAE-C3D813DEB377}"/>
          </ac:spMkLst>
        </pc:spChg>
        <pc:spChg chg="add mod">
          <ac:chgData name="Wang Chengze" userId="cb207eaf1c6f3e1c" providerId="LiveId" clId="{8A54ABBC-77E9-4FD7-BFA6-0E013AE82CE3}" dt="2021-09-28T11:33:43.806" v="206" actId="1076"/>
          <ac:spMkLst>
            <pc:docMk/>
            <pc:sldMk cId="1324786297" sldId="396"/>
            <ac:spMk id="7" creationId="{AC104B6F-CF17-438E-AC65-D269805C3B20}"/>
          </ac:spMkLst>
        </pc:spChg>
        <pc:spChg chg="add mod">
          <ac:chgData name="Wang Chengze" userId="cb207eaf1c6f3e1c" providerId="LiveId" clId="{8A54ABBC-77E9-4FD7-BFA6-0E013AE82CE3}" dt="2021-09-28T11:33:43.806" v="206" actId="1076"/>
          <ac:spMkLst>
            <pc:docMk/>
            <pc:sldMk cId="1324786297" sldId="396"/>
            <ac:spMk id="8" creationId="{0D506F96-EC8A-49C8-BAFA-9BCDE6FF195D}"/>
          </ac:spMkLst>
        </pc:spChg>
        <pc:spChg chg="add mod">
          <ac:chgData name="Wang Chengze" userId="cb207eaf1c6f3e1c" providerId="LiveId" clId="{8A54ABBC-77E9-4FD7-BFA6-0E013AE82CE3}" dt="2021-09-28T11:52:49.523" v="405" actId="2711"/>
          <ac:spMkLst>
            <pc:docMk/>
            <pc:sldMk cId="1324786297" sldId="396"/>
            <ac:spMk id="9" creationId="{DAAA88D7-B78B-40DA-8C1D-D9AD370078D8}"/>
          </ac:spMkLst>
        </pc:spChg>
        <pc:spChg chg="add mod">
          <ac:chgData name="Wang Chengze" userId="cb207eaf1c6f3e1c" providerId="LiveId" clId="{8A54ABBC-77E9-4FD7-BFA6-0E013AE82CE3}" dt="2021-09-28T11:52:49.523" v="405" actId="2711"/>
          <ac:spMkLst>
            <pc:docMk/>
            <pc:sldMk cId="1324786297" sldId="396"/>
            <ac:spMk id="10" creationId="{8B14F3CC-DB62-4C26-A901-244D7D583FC5}"/>
          </ac:spMkLst>
        </pc:spChg>
        <pc:spChg chg="add mod">
          <ac:chgData name="Wang Chengze" userId="cb207eaf1c6f3e1c" providerId="LiveId" clId="{8A54ABBC-77E9-4FD7-BFA6-0E013AE82CE3}" dt="2021-09-28T11:33:48.192" v="208" actId="14100"/>
          <ac:spMkLst>
            <pc:docMk/>
            <pc:sldMk cId="1324786297" sldId="396"/>
            <ac:spMk id="11" creationId="{D9D82EE5-2110-4192-B6D0-0FF1F7D32C87}"/>
          </ac:spMkLst>
        </pc:spChg>
        <pc:spChg chg="add mod">
          <ac:chgData name="Wang Chengze" userId="cb207eaf1c6f3e1c" providerId="LiveId" clId="{8A54ABBC-77E9-4FD7-BFA6-0E013AE82CE3}" dt="2021-09-28T11:33:53.033" v="210" actId="14100"/>
          <ac:spMkLst>
            <pc:docMk/>
            <pc:sldMk cId="1324786297" sldId="396"/>
            <ac:spMk id="12" creationId="{EA36885C-6542-434F-94F7-26DAEA5AE015}"/>
          </ac:spMkLst>
        </pc:spChg>
        <pc:picChg chg="add mod">
          <ac:chgData name="Wang Chengze" userId="cb207eaf1c6f3e1c" providerId="LiveId" clId="{8A54ABBC-77E9-4FD7-BFA6-0E013AE82CE3}" dt="2021-09-28T11:33:41.501" v="205" actId="1076"/>
          <ac:picMkLst>
            <pc:docMk/>
            <pc:sldMk cId="1324786297" sldId="396"/>
            <ac:picMk id="5" creationId="{93DA7044-D7A9-4D9B-9BA5-7B0576BCE510}"/>
          </ac:picMkLst>
        </pc:picChg>
      </pc:sldChg>
      <pc:sldChg chg="addSp delSp modSp new mod">
        <pc:chgData name="Wang Chengze" userId="cb207eaf1c6f3e1c" providerId="LiveId" clId="{8A54ABBC-77E9-4FD7-BFA6-0E013AE82CE3}" dt="2021-09-28T11:34:51.042" v="217" actId="2711"/>
        <pc:sldMkLst>
          <pc:docMk/>
          <pc:sldMk cId="526084860" sldId="397"/>
        </pc:sldMkLst>
        <pc:spChg chg="del">
          <ac:chgData name="Wang Chengze" userId="cb207eaf1c6f3e1c" providerId="LiveId" clId="{8A54ABBC-77E9-4FD7-BFA6-0E013AE82CE3}" dt="2021-09-28T11:34:35.236" v="215" actId="478"/>
          <ac:spMkLst>
            <pc:docMk/>
            <pc:sldMk cId="526084860" sldId="397"/>
            <ac:spMk id="2" creationId="{1CC788DC-FF71-4335-8491-1B15BD9211FD}"/>
          </ac:spMkLst>
        </pc:spChg>
        <pc:spChg chg="mod">
          <ac:chgData name="Wang Chengze" userId="cb207eaf1c6f3e1c" providerId="LiveId" clId="{8A54ABBC-77E9-4FD7-BFA6-0E013AE82CE3}" dt="2021-09-28T11:34:12.523" v="214" actId="14100"/>
          <ac:spMkLst>
            <pc:docMk/>
            <pc:sldMk cId="526084860" sldId="397"/>
            <ac:spMk id="4" creationId="{49B01B14-EFB5-4266-AB45-56A31C8FC9D9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8" creationId="{BCB70988-83C4-4ED4-8B0D-9DC67A7F8B68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9" creationId="{0AC777CE-E4C4-4938-9B84-C80E7E502DE8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10" creationId="{5FDFFC69-1891-4FA1-97EA-6B8B6300CD84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12" creationId="{2580BCFB-11A8-4AF8-938A-C5AE00F9A51D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13" creationId="{1A32FFB6-C11B-4EEB-A25F-D1F45F554050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14" creationId="{F3BC0B7C-F561-4B86-8528-D98029A0C458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15" creationId="{CA006F20-6D55-49D9-9356-A7118933DA63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16" creationId="{9DC81340-7D6E-46AE-A795-DE335B62A9D8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17" creationId="{A965F928-F780-4AC1-B71C-6D5F488E54C5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18" creationId="{FF7D0E70-CE50-45CF-ADE6-74ED998C49C9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19" creationId="{2C31D9D1-4E8C-4897-9038-723562CB4631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20" creationId="{7A73BE77-1E45-414B-B1E1-A29DADDC8FDD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21" creationId="{5C08CBC2-FCAE-4205-8F39-EE30FC73E0E1}"/>
          </ac:spMkLst>
        </pc:spChg>
        <pc:spChg chg="add mod">
          <ac:chgData name="Wang Chengze" userId="cb207eaf1c6f3e1c" providerId="LiveId" clId="{8A54ABBC-77E9-4FD7-BFA6-0E013AE82CE3}" dt="2021-09-28T11:34:51.042" v="217" actId="2711"/>
          <ac:spMkLst>
            <pc:docMk/>
            <pc:sldMk cId="526084860" sldId="397"/>
            <ac:spMk id="22" creationId="{8F5B6F39-63E9-47CB-A0BE-DB3375B2ECF3}"/>
          </ac:spMkLst>
        </pc:spChg>
        <pc:picChg chg="add mod">
          <ac:chgData name="Wang Chengze" userId="cb207eaf1c6f3e1c" providerId="LiveId" clId="{8A54ABBC-77E9-4FD7-BFA6-0E013AE82CE3}" dt="2021-09-28T11:34:51.042" v="217" actId="2711"/>
          <ac:picMkLst>
            <pc:docMk/>
            <pc:sldMk cId="526084860" sldId="397"/>
            <ac:picMk id="5" creationId="{4EF2D270-C5C3-48FA-895F-9564223353C6}"/>
          </ac:picMkLst>
        </pc:picChg>
        <pc:picChg chg="add mod">
          <ac:chgData name="Wang Chengze" userId="cb207eaf1c6f3e1c" providerId="LiveId" clId="{8A54ABBC-77E9-4FD7-BFA6-0E013AE82CE3}" dt="2021-09-28T11:34:51.042" v="217" actId="2711"/>
          <ac:picMkLst>
            <pc:docMk/>
            <pc:sldMk cId="526084860" sldId="397"/>
            <ac:picMk id="6" creationId="{9562647A-3600-4F1E-A5CE-E5C5AB414565}"/>
          </ac:picMkLst>
        </pc:picChg>
        <pc:picChg chg="add mod">
          <ac:chgData name="Wang Chengze" userId="cb207eaf1c6f3e1c" providerId="LiveId" clId="{8A54ABBC-77E9-4FD7-BFA6-0E013AE82CE3}" dt="2021-09-28T11:34:51.042" v="217" actId="2711"/>
          <ac:picMkLst>
            <pc:docMk/>
            <pc:sldMk cId="526084860" sldId="397"/>
            <ac:picMk id="7" creationId="{F3C99685-894A-43EB-910F-8CF5E02271A0}"/>
          </ac:picMkLst>
        </pc:picChg>
        <pc:picChg chg="add mod">
          <ac:chgData name="Wang Chengze" userId="cb207eaf1c6f3e1c" providerId="LiveId" clId="{8A54ABBC-77E9-4FD7-BFA6-0E013AE82CE3}" dt="2021-09-28T11:34:51.042" v="217" actId="2711"/>
          <ac:picMkLst>
            <pc:docMk/>
            <pc:sldMk cId="526084860" sldId="397"/>
            <ac:picMk id="11" creationId="{5CF62F91-E10B-450B-A3CA-0F284783126E}"/>
          </ac:picMkLst>
        </pc:picChg>
      </pc:sldChg>
      <pc:sldChg chg="addSp delSp modSp new mod">
        <pc:chgData name="Wang Chengze" userId="cb207eaf1c6f3e1c" providerId="LiveId" clId="{8A54ABBC-77E9-4FD7-BFA6-0E013AE82CE3}" dt="2021-09-28T11:35:51.954" v="226" actId="1076"/>
        <pc:sldMkLst>
          <pc:docMk/>
          <pc:sldMk cId="1137814302" sldId="398"/>
        </pc:sldMkLst>
        <pc:spChg chg="del">
          <ac:chgData name="Wang Chengze" userId="cb207eaf1c6f3e1c" providerId="LiveId" clId="{8A54ABBC-77E9-4FD7-BFA6-0E013AE82CE3}" dt="2021-09-28T11:35:23.020" v="221" actId="478"/>
          <ac:spMkLst>
            <pc:docMk/>
            <pc:sldMk cId="1137814302" sldId="398"/>
            <ac:spMk id="2" creationId="{26294A77-9A58-4C22-A4D8-FA6E1ABCEB80}"/>
          </ac:spMkLst>
        </pc:spChg>
        <pc:spChg chg="mod">
          <ac:chgData name="Wang Chengze" userId="cb207eaf1c6f3e1c" providerId="LiveId" clId="{8A54ABBC-77E9-4FD7-BFA6-0E013AE82CE3}" dt="2021-09-28T11:35:13.535" v="220" actId="20577"/>
          <ac:spMkLst>
            <pc:docMk/>
            <pc:sldMk cId="1137814302" sldId="398"/>
            <ac:spMk id="4" creationId="{9D0A3273-B487-426E-89FA-7036A4A8EB8C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5" creationId="{48C50867-DBB0-4A5F-912B-D609390272CF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6" creationId="{B53D532F-A66B-42D4-84BD-544BE561F239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7" creationId="{A62094E7-B8AD-40AB-8A6C-7EF39D162549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8" creationId="{6259CD45-5A2E-4938-8A29-6128B3E13A48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9" creationId="{F7A95F99-F1BA-496E-AF94-110A3F9AA9AE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10" creationId="{DB9D3A46-376C-4F35-8F95-86243B5ACF8F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11" creationId="{3805CCDD-715C-493A-9229-A300A59A12BE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12" creationId="{50DE3B52-2353-4B97-81EF-97A8509CCCB9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13" creationId="{EA278A9B-DC1F-46D3-9980-9DAB3EDC701F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14" creationId="{BCCE6AF8-FD0A-439C-81DC-32573ECBCF5E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15" creationId="{A0E0360F-B47C-4350-BE32-3C8B26C11553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16" creationId="{3A7D06AE-BC70-4E7F-9276-89BAAAC714B4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17" creationId="{5B6B0387-22F0-4821-AE39-6A1EDEF449A8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18" creationId="{7E3FF36C-9CA8-4F17-9FA5-9AC472B8F862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19" creationId="{AAFB3B97-5022-47CB-A836-0711E317B9B5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20" creationId="{D84D33C2-1875-4FD0-B1C4-705022CAFC2B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21" creationId="{8ED8B8C7-C0A8-4BED-BB6C-0675C18F1439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22" creationId="{D995EAC8-5B4D-4EF7-BC51-072FBAFEAC71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23" creationId="{47A10E71-30E2-4312-95B4-96088EE5D1AD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24" creationId="{A1BF7E40-0BDF-40FB-96A3-39210FFD9B61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25" creationId="{BE6A2EB7-4DC4-4102-94B0-515C32807D4E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26" creationId="{B01AB9CE-8C11-448A-8914-93F0344ED396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27" creationId="{94E0DDEB-520E-4D4F-99F4-84C7F2DC416B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28" creationId="{4BB9EDEB-021A-4CC4-84D5-DBCF0954075F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29" creationId="{B19D4AD6-B702-4F6E-8686-D5FD14F3B847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30" creationId="{10B9D2D4-DE26-43B8-B1A4-FF49EDEADC22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31" creationId="{18630639-CE7A-4CF2-9760-4D23B983ADEF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32" creationId="{7E1144CF-4DD4-46B7-BB68-84F96BE9F370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33" creationId="{6E4CB69A-790C-4670-ABBE-C453971FA2D0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34" creationId="{7F1AB593-C6BA-464C-98AB-FD5867605BB1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35" creationId="{BBEAA95B-66D1-49EE-AC1D-189DF94EC07F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36" creationId="{17AB4E0A-5394-48C8-ABAD-D25409702E59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37" creationId="{7BFAEBB7-B70A-4079-8CEB-B07A23A08824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38" creationId="{1D585AE7-BD57-4F07-97C6-4CE76695CB02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39" creationId="{C0B10028-895C-4E6C-A317-8372680E837E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40" creationId="{35ADA1E8-6261-45BC-AAF3-3AEA8FF05E2E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41" creationId="{5218BA1C-E3C0-401F-AA80-5900927B3C30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42" creationId="{D12553E4-8150-4B85-80DA-2B7D83BA1D2B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43" creationId="{63F2B3CB-D273-4F32-A4A3-FD874282F9BA}"/>
          </ac:spMkLst>
        </pc:spChg>
        <pc:spChg chg="add mod">
          <ac:chgData name="Wang Chengze" userId="cb207eaf1c6f3e1c" providerId="LiveId" clId="{8A54ABBC-77E9-4FD7-BFA6-0E013AE82CE3}" dt="2021-09-28T11:35:45.204" v="225" actId="1076"/>
          <ac:spMkLst>
            <pc:docMk/>
            <pc:sldMk cId="1137814302" sldId="398"/>
            <ac:spMk id="44" creationId="{4152ED4B-4E1D-4855-AC13-50315B28B9D8}"/>
          </ac:spMkLst>
        </pc:spChg>
        <pc:spChg chg="add mod">
          <ac:chgData name="Wang Chengze" userId="cb207eaf1c6f3e1c" providerId="LiveId" clId="{8A54ABBC-77E9-4FD7-BFA6-0E013AE82CE3}" dt="2021-09-28T11:35:51.954" v="226" actId="1076"/>
          <ac:spMkLst>
            <pc:docMk/>
            <pc:sldMk cId="1137814302" sldId="398"/>
            <ac:spMk id="51" creationId="{BF985E88-7E93-4D61-B976-2428AD57ECFB}"/>
          </ac:spMkLst>
        </pc:spChg>
        <pc:spChg chg="add mod">
          <ac:chgData name="Wang Chengze" userId="cb207eaf1c6f3e1c" providerId="LiveId" clId="{8A54ABBC-77E9-4FD7-BFA6-0E013AE82CE3}" dt="2021-09-28T11:35:51.954" v="226" actId="1076"/>
          <ac:spMkLst>
            <pc:docMk/>
            <pc:sldMk cId="1137814302" sldId="398"/>
            <ac:spMk id="52" creationId="{D51A72EE-DA2E-4FBC-B285-EEDE8E2912AA}"/>
          </ac:spMkLst>
        </pc:spChg>
        <pc:cxnChg chg="add mod">
          <ac:chgData name="Wang Chengze" userId="cb207eaf1c6f3e1c" providerId="LiveId" clId="{8A54ABBC-77E9-4FD7-BFA6-0E013AE82CE3}" dt="2021-09-28T11:35:51.954" v="226" actId="1076"/>
          <ac:cxnSpMkLst>
            <pc:docMk/>
            <pc:sldMk cId="1137814302" sldId="398"/>
            <ac:cxnSpMk id="45" creationId="{C2936743-0D58-4DC2-A129-9EA39BA69A81}"/>
          </ac:cxnSpMkLst>
        </pc:cxnChg>
        <pc:cxnChg chg="add mod">
          <ac:chgData name="Wang Chengze" userId="cb207eaf1c6f3e1c" providerId="LiveId" clId="{8A54ABBC-77E9-4FD7-BFA6-0E013AE82CE3}" dt="2021-09-28T11:35:51.954" v="226" actId="1076"/>
          <ac:cxnSpMkLst>
            <pc:docMk/>
            <pc:sldMk cId="1137814302" sldId="398"/>
            <ac:cxnSpMk id="46" creationId="{A276E9A4-7A77-4C2D-96F3-BDBA03EA7EAB}"/>
          </ac:cxnSpMkLst>
        </pc:cxnChg>
        <pc:cxnChg chg="add mod">
          <ac:chgData name="Wang Chengze" userId="cb207eaf1c6f3e1c" providerId="LiveId" clId="{8A54ABBC-77E9-4FD7-BFA6-0E013AE82CE3}" dt="2021-09-28T11:35:51.954" v="226" actId="1076"/>
          <ac:cxnSpMkLst>
            <pc:docMk/>
            <pc:sldMk cId="1137814302" sldId="398"/>
            <ac:cxnSpMk id="47" creationId="{3898264A-9173-47D2-B4B2-5166555180F1}"/>
          </ac:cxnSpMkLst>
        </pc:cxnChg>
        <pc:cxnChg chg="add mod">
          <ac:chgData name="Wang Chengze" userId="cb207eaf1c6f3e1c" providerId="LiveId" clId="{8A54ABBC-77E9-4FD7-BFA6-0E013AE82CE3}" dt="2021-09-28T11:35:51.954" v="226" actId="1076"/>
          <ac:cxnSpMkLst>
            <pc:docMk/>
            <pc:sldMk cId="1137814302" sldId="398"/>
            <ac:cxnSpMk id="48" creationId="{CC75DA7E-950D-4FDF-B461-F8D2284279D2}"/>
          </ac:cxnSpMkLst>
        </pc:cxnChg>
        <pc:cxnChg chg="add mod">
          <ac:chgData name="Wang Chengze" userId="cb207eaf1c6f3e1c" providerId="LiveId" clId="{8A54ABBC-77E9-4FD7-BFA6-0E013AE82CE3}" dt="2021-09-28T11:35:51.954" v="226" actId="1076"/>
          <ac:cxnSpMkLst>
            <pc:docMk/>
            <pc:sldMk cId="1137814302" sldId="398"/>
            <ac:cxnSpMk id="49" creationId="{2E9313B7-86E1-4DEA-8FF2-C5E24355B6DC}"/>
          </ac:cxnSpMkLst>
        </pc:cxnChg>
        <pc:cxnChg chg="add mod">
          <ac:chgData name="Wang Chengze" userId="cb207eaf1c6f3e1c" providerId="LiveId" clId="{8A54ABBC-77E9-4FD7-BFA6-0E013AE82CE3}" dt="2021-09-28T11:35:51.954" v="226" actId="1076"/>
          <ac:cxnSpMkLst>
            <pc:docMk/>
            <pc:sldMk cId="1137814302" sldId="398"/>
            <ac:cxnSpMk id="50" creationId="{4DFE3CA8-1AD7-4079-8575-55142A2EB43B}"/>
          </ac:cxnSpMkLst>
        </pc:cxnChg>
        <pc:cxnChg chg="add mod">
          <ac:chgData name="Wang Chengze" userId="cb207eaf1c6f3e1c" providerId="LiveId" clId="{8A54ABBC-77E9-4FD7-BFA6-0E013AE82CE3}" dt="2021-09-28T11:35:51.954" v="226" actId="1076"/>
          <ac:cxnSpMkLst>
            <pc:docMk/>
            <pc:sldMk cId="1137814302" sldId="398"/>
            <ac:cxnSpMk id="53" creationId="{B374084B-EEEE-47D5-9641-343065CDADDE}"/>
          </ac:cxnSpMkLst>
        </pc:cxnChg>
        <pc:cxnChg chg="add mod">
          <ac:chgData name="Wang Chengze" userId="cb207eaf1c6f3e1c" providerId="LiveId" clId="{8A54ABBC-77E9-4FD7-BFA6-0E013AE82CE3}" dt="2021-09-28T11:35:51.954" v="226" actId="1076"/>
          <ac:cxnSpMkLst>
            <pc:docMk/>
            <pc:sldMk cId="1137814302" sldId="398"/>
            <ac:cxnSpMk id="54" creationId="{BB4FF1D5-4373-4B66-A182-15D7B806FA0F}"/>
          </ac:cxnSpMkLst>
        </pc:cxnChg>
      </pc:sldChg>
      <pc:sldChg chg="addSp delSp modSp new mod">
        <pc:chgData name="Wang Chengze" userId="cb207eaf1c6f3e1c" providerId="LiveId" clId="{8A54ABBC-77E9-4FD7-BFA6-0E013AE82CE3}" dt="2021-09-28T11:36:36.400" v="240" actId="14100"/>
        <pc:sldMkLst>
          <pc:docMk/>
          <pc:sldMk cId="4163105454" sldId="399"/>
        </pc:sldMkLst>
        <pc:spChg chg="del">
          <ac:chgData name="Wang Chengze" userId="cb207eaf1c6f3e1c" providerId="LiveId" clId="{8A54ABBC-77E9-4FD7-BFA6-0E013AE82CE3}" dt="2021-09-28T11:36:04.056" v="230" actId="478"/>
          <ac:spMkLst>
            <pc:docMk/>
            <pc:sldMk cId="4163105454" sldId="399"/>
            <ac:spMk id="2" creationId="{52F82E73-2EEB-47F6-A0F4-4EF0B1D9310B}"/>
          </ac:spMkLst>
        </pc:spChg>
        <pc:spChg chg="mod">
          <ac:chgData name="Wang Chengze" userId="cb207eaf1c6f3e1c" providerId="LiveId" clId="{8A54ABBC-77E9-4FD7-BFA6-0E013AE82CE3}" dt="2021-09-28T11:36:00.869" v="229" actId="20577"/>
          <ac:spMkLst>
            <pc:docMk/>
            <pc:sldMk cId="4163105454" sldId="399"/>
            <ac:spMk id="4" creationId="{2C2A85A9-EC3F-47F0-B13B-7F995FA1F07D}"/>
          </ac:spMkLst>
        </pc:spChg>
        <pc:spChg chg="add mod">
          <ac:chgData name="Wang Chengze" userId="cb207eaf1c6f3e1c" providerId="LiveId" clId="{8A54ABBC-77E9-4FD7-BFA6-0E013AE82CE3}" dt="2021-09-28T11:36:36.400" v="240" actId="14100"/>
          <ac:spMkLst>
            <pc:docMk/>
            <pc:sldMk cId="4163105454" sldId="399"/>
            <ac:spMk id="5" creationId="{EE4A0E59-9E64-4059-8C7A-15B67DE3742D}"/>
          </ac:spMkLst>
        </pc:spChg>
        <pc:spChg chg="add mod">
          <ac:chgData name="Wang Chengze" userId="cb207eaf1c6f3e1c" providerId="LiveId" clId="{8A54ABBC-77E9-4FD7-BFA6-0E013AE82CE3}" dt="2021-09-28T11:36:31.648" v="239" actId="1076"/>
          <ac:spMkLst>
            <pc:docMk/>
            <pc:sldMk cId="4163105454" sldId="399"/>
            <ac:spMk id="6" creationId="{34874544-BC2B-4F9E-9A43-307B138E9E6A}"/>
          </ac:spMkLst>
        </pc:spChg>
        <pc:spChg chg="add mod">
          <ac:chgData name="Wang Chengze" userId="cb207eaf1c6f3e1c" providerId="LiveId" clId="{8A54ABBC-77E9-4FD7-BFA6-0E013AE82CE3}" dt="2021-09-28T11:36:36.400" v="240" actId="14100"/>
          <ac:spMkLst>
            <pc:docMk/>
            <pc:sldMk cId="4163105454" sldId="399"/>
            <ac:spMk id="7" creationId="{9083A64B-146E-49CC-B5BE-97AB14224FE4}"/>
          </ac:spMkLst>
        </pc:spChg>
      </pc:sldChg>
      <pc:sldChg chg="modSp new del">
        <pc:chgData name="Wang Chengze" userId="cb207eaf1c6f3e1c" providerId="LiveId" clId="{8A54ABBC-77E9-4FD7-BFA6-0E013AE82CE3}" dt="2021-09-28T11:39:31.958" v="269" actId="47"/>
        <pc:sldMkLst>
          <pc:docMk/>
          <pc:sldMk cId="4114526735" sldId="400"/>
        </pc:sldMkLst>
        <pc:spChg chg="mod">
          <ac:chgData name="Wang Chengze" userId="cb207eaf1c6f3e1c" providerId="LiveId" clId="{8A54ABBC-77E9-4FD7-BFA6-0E013AE82CE3}" dt="2021-09-28T11:37:05.898" v="243"/>
          <ac:spMkLst>
            <pc:docMk/>
            <pc:sldMk cId="4114526735" sldId="400"/>
            <ac:spMk id="2" creationId="{D5714A07-6918-4C2E-B581-8485C8FD1343}"/>
          </ac:spMkLst>
        </pc:spChg>
        <pc:spChg chg="mod">
          <ac:chgData name="Wang Chengze" userId="cb207eaf1c6f3e1c" providerId="LiveId" clId="{8A54ABBC-77E9-4FD7-BFA6-0E013AE82CE3}" dt="2021-09-28T11:37:05.898" v="243"/>
          <ac:spMkLst>
            <pc:docMk/>
            <pc:sldMk cId="4114526735" sldId="400"/>
            <ac:spMk id="3" creationId="{C109A67E-AEC3-49C1-AA2D-4F29CDB36CD3}"/>
          </ac:spMkLst>
        </pc:spChg>
        <pc:spChg chg="mod">
          <ac:chgData name="Wang Chengze" userId="cb207eaf1c6f3e1c" providerId="LiveId" clId="{8A54ABBC-77E9-4FD7-BFA6-0E013AE82CE3}" dt="2021-09-28T11:37:05.898" v="243"/>
          <ac:spMkLst>
            <pc:docMk/>
            <pc:sldMk cId="4114526735" sldId="400"/>
            <ac:spMk id="4" creationId="{6ACA91A0-6DFF-407C-A1D6-74BF75CC2D83}"/>
          </ac:spMkLst>
        </pc:spChg>
      </pc:sldChg>
      <pc:sldChg chg="modSp add del">
        <pc:chgData name="Wang Chengze" userId="cb207eaf1c6f3e1c" providerId="LiveId" clId="{8A54ABBC-77E9-4FD7-BFA6-0E013AE82CE3}" dt="2021-09-28T11:38:19.690" v="246"/>
        <pc:sldMkLst>
          <pc:docMk/>
          <pc:sldMk cId="542732590" sldId="401"/>
        </pc:sldMkLst>
        <pc:spChg chg="mod">
          <ac:chgData name="Wang Chengze" userId="cb207eaf1c6f3e1c" providerId="LiveId" clId="{8A54ABBC-77E9-4FD7-BFA6-0E013AE82CE3}" dt="2021-09-28T11:38:18.527" v="245"/>
          <ac:spMkLst>
            <pc:docMk/>
            <pc:sldMk cId="542732590" sldId="401"/>
            <ac:spMk id="5" creationId="{A183CDFB-6546-4517-ACD8-542B613182CD}"/>
          </ac:spMkLst>
        </pc:spChg>
      </pc:sldChg>
      <pc:sldChg chg="addSp delSp modSp add mod ord">
        <pc:chgData name="Wang Chengze" userId="cb207eaf1c6f3e1c" providerId="LiveId" clId="{8A54ABBC-77E9-4FD7-BFA6-0E013AE82CE3}" dt="2021-09-28T11:39:27.513" v="267"/>
        <pc:sldMkLst>
          <pc:docMk/>
          <pc:sldMk cId="3676059507" sldId="401"/>
        </pc:sldMkLst>
        <pc:spChg chg="mod">
          <ac:chgData name="Wang Chengze" userId="cb207eaf1c6f3e1c" providerId="LiveId" clId="{8A54ABBC-77E9-4FD7-BFA6-0E013AE82CE3}" dt="2021-09-28T11:39:27.513" v="267"/>
          <ac:spMkLst>
            <pc:docMk/>
            <pc:sldMk cId="3676059507" sldId="401"/>
            <ac:spMk id="2" creationId="{C2E40370-3726-4457-8972-57B746C7086C}"/>
          </ac:spMkLst>
        </pc:spChg>
        <pc:spChg chg="mod">
          <ac:chgData name="Wang Chengze" userId="cb207eaf1c6f3e1c" providerId="LiveId" clId="{8A54ABBC-77E9-4FD7-BFA6-0E013AE82CE3}" dt="2021-09-28T11:39:27.513" v="267"/>
          <ac:spMkLst>
            <pc:docMk/>
            <pc:sldMk cId="3676059507" sldId="401"/>
            <ac:spMk id="3" creationId="{B6B3A699-1E4A-42C9-9C59-0B720EAC4E0B}"/>
          </ac:spMkLst>
        </pc:spChg>
        <pc:spChg chg="del">
          <ac:chgData name="Wang Chengze" userId="cb207eaf1c6f3e1c" providerId="LiveId" clId="{8A54ABBC-77E9-4FD7-BFA6-0E013AE82CE3}" dt="2021-09-28T11:38:29.753" v="250" actId="478"/>
          <ac:spMkLst>
            <pc:docMk/>
            <pc:sldMk cId="3676059507" sldId="401"/>
            <ac:spMk id="5" creationId="{A183CDFB-6546-4517-ACD8-542B613182CD}"/>
          </ac:spMkLst>
        </pc:spChg>
        <pc:spChg chg="add mod">
          <ac:chgData name="Wang Chengze" userId="cb207eaf1c6f3e1c" providerId="LiveId" clId="{8A54ABBC-77E9-4FD7-BFA6-0E013AE82CE3}" dt="2021-09-28T11:38:50.004" v="257" actId="14100"/>
          <ac:spMkLst>
            <pc:docMk/>
            <pc:sldMk cId="3676059507" sldId="401"/>
            <ac:spMk id="6" creationId="{6D7EF2B2-F516-4825-B8D1-6D86913B06B7}"/>
          </ac:spMkLst>
        </pc:spChg>
        <pc:spChg chg="add mod">
          <ac:chgData name="Wang Chengze" userId="cb207eaf1c6f3e1c" providerId="LiveId" clId="{8A54ABBC-77E9-4FD7-BFA6-0E013AE82CE3}" dt="2021-09-28T11:38:45.084" v="255" actId="1076"/>
          <ac:spMkLst>
            <pc:docMk/>
            <pc:sldMk cId="3676059507" sldId="401"/>
            <ac:spMk id="7" creationId="{72650BCF-A866-4B3C-90D5-18ABB460BFA4}"/>
          </ac:spMkLst>
        </pc:spChg>
      </pc:sldChg>
      <pc:sldChg chg="addSp delSp modSp add mod">
        <pc:chgData name="Wang Chengze" userId="cb207eaf1c6f3e1c" providerId="LiveId" clId="{8A54ABBC-77E9-4FD7-BFA6-0E013AE82CE3}" dt="2021-09-28T11:55:23.664" v="410" actId="478"/>
        <pc:sldMkLst>
          <pc:docMk/>
          <pc:sldMk cId="1227372762" sldId="402"/>
        </pc:sldMkLst>
        <pc:spChg chg="del mod">
          <ac:chgData name="Wang Chengze" userId="cb207eaf1c6f3e1c" providerId="LiveId" clId="{8A54ABBC-77E9-4FD7-BFA6-0E013AE82CE3}" dt="2021-09-28T11:55:23.664" v="410" actId="478"/>
          <ac:spMkLst>
            <pc:docMk/>
            <pc:sldMk cId="1227372762" sldId="402"/>
            <ac:spMk id="2" creationId="{C2E40370-3726-4457-8972-57B746C7086C}"/>
          </ac:spMkLst>
        </pc:spChg>
        <pc:spChg chg="mod">
          <ac:chgData name="Wang Chengze" userId="cb207eaf1c6f3e1c" providerId="LiveId" clId="{8A54ABBC-77E9-4FD7-BFA6-0E013AE82CE3}" dt="2021-09-28T11:39:27.513" v="267"/>
          <ac:spMkLst>
            <pc:docMk/>
            <pc:sldMk cId="1227372762" sldId="402"/>
            <ac:spMk id="3" creationId="{B6B3A699-1E4A-42C9-9C59-0B720EAC4E0B}"/>
          </ac:spMkLst>
        </pc:spChg>
        <pc:spChg chg="del">
          <ac:chgData name="Wang Chengze" userId="cb207eaf1c6f3e1c" providerId="LiveId" clId="{8A54ABBC-77E9-4FD7-BFA6-0E013AE82CE3}" dt="2021-09-28T11:39:00.971" v="259" actId="478"/>
          <ac:spMkLst>
            <pc:docMk/>
            <pc:sldMk cId="1227372762" sldId="402"/>
            <ac:spMk id="6" creationId="{6D7EF2B2-F516-4825-B8D1-6D86913B06B7}"/>
          </ac:spMkLst>
        </pc:spChg>
        <pc:spChg chg="del">
          <ac:chgData name="Wang Chengze" userId="cb207eaf1c6f3e1c" providerId="LiveId" clId="{8A54ABBC-77E9-4FD7-BFA6-0E013AE82CE3}" dt="2021-09-28T11:39:03.813" v="260" actId="478"/>
          <ac:spMkLst>
            <pc:docMk/>
            <pc:sldMk cId="1227372762" sldId="402"/>
            <ac:spMk id="7" creationId="{72650BCF-A866-4B3C-90D5-18ABB460BFA4}"/>
          </ac:spMkLst>
        </pc:spChg>
        <pc:spChg chg="add del mod">
          <ac:chgData name="Wang Chengze" userId="cb207eaf1c6f3e1c" providerId="LiveId" clId="{8A54ABBC-77E9-4FD7-BFA6-0E013AE82CE3}" dt="2021-09-28T11:39:07.146" v="262"/>
          <ac:spMkLst>
            <pc:docMk/>
            <pc:sldMk cId="1227372762" sldId="402"/>
            <ac:spMk id="9" creationId="{07871F78-D71B-4F32-B1E6-A6E2CC521E5C}"/>
          </ac:spMkLst>
        </pc:spChg>
        <pc:spChg chg="add mod">
          <ac:chgData name="Wang Chengze" userId="cb207eaf1c6f3e1c" providerId="LiveId" clId="{8A54ABBC-77E9-4FD7-BFA6-0E013AE82CE3}" dt="2021-09-28T11:39:08.725" v="263"/>
          <ac:spMkLst>
            <pc:docMk/>
            <pc:sldMk cId="1227372762" sldId="402"/>
            <ac:spMk id="11" creationId="{1300A0F0-0B7C-4FD4-91C4-69AEAEBCD98F}"/>
          </ac:spMkLst>
        </pc:spChg>
        <pc:graphicFrameChg chg="add del mod">
          <ac:chgData name="Wang Chengze" userId="cb207eaf1c6f3e1c" providerId="LiveId" clId="{8A54ABBC-77E9-4FD7-BFA6-0E013AE82CE3}" dt="2021-09-28T11:39:07.146" v="262"/>
          <ac:graphicFrameMkLst>
            <pc:docMk/>
            <pc:sldMk cId="1227372762" sldId="402"/>
            <ac:graphicFrameMk id="8" creationId="{9E293768-CC05-4D0B-8E45-DF04C393B4BB}"/>
          </ac:graphicFrameMkLst>
        </pc:graphicFrameChg>
        <pc:graphicFrameChg chg="add mod">
          <ac:chgData name="Wang Chengze" userId="cb207eaf1c6f3e1c" providerId="LiveId" clId="{8A54ABBC-77E9-4FD7-BFA6-0E013AE82CE3}" dt="2021-09-28T11:39:11.376" v="264" actId="14100"/>
          <ac:graphicFrameMkLst>
            <pc:docMk/>
            <pc:sldMk cId="1227372762" sldId="402"/>
            <ac:graphicFrameMk id="10" creationId="{835D4355-0C9E-44A7-9C6F-69E8E145114F}"/>
          </ac:graphicFrameMkLst>
        </pc:graphicFrameChg>
      </pc:sldChg>
      <pc:sldChg chg="addSp delSp modSp new del mod">
        <pc:chgData name="Wang Chengze" userId="cb207eaf1c6f3e1c" providerId="LiveId" clId="{8A54ABBC-77E9-4FD7-BFA6-0E013AE82CE3}" dt="2021-09-28T11:41:32.321" v="301" actId="47"/>
        <pc:sldMkLst>
          <pc:docMk/>
          <pc:sldMk cId="851643296" sldId="403"/>
        </pc:sldMkLst>
        <pc:spChg chg="del mod">
          <ac:chgData name="Wang Chengze" userId="cb207eaf1c6f3e1c" providerId="LiveId" clId="{8A54ABBC-77E9-4FD7-BFA6-0E013AE82CE3}" dt="2021-09-28T11:39:37.801" v="270" actId="478"/>
          <ac:spMkLst>
            <pc:docMk/>
            <pc:sldMk cId="851643296" sldId="403"/>
            <ac:spMk id="2" creationId="{1B094814-3D68-4664-933E-0BBFE07EBB16}"/>
          </ac:spMkLst>
        </pc:spChg>
        <pc:spChg chg="del mod">
          <ac:chgData name="Wang Chengze" userId="cb207eaf1c6f3e1c" providerId="LiveId" clId="{8A54ABBC-77E9-4FD7-BFA6-0E013AE82CE3}" dt="2021-09-28T11:40:26.567" v="291" actId="478"/>
          <ac:spMkLst>
            <pc:docMk/>
            <pc:sldMk cId="851643296" sldId="403"/>
            <ac:spMk id="3" creationId="{9851C75E-739F-4A6B-BA8D-5A408E27EE7B}"/>
          </ac:spMkLst>
        </pc:spChg>
        <pc:spChg chg="add mod">
          <ac:chgData name="Wang Chengze" userId="cb207eaf1c6f3e1c" providerId="LiveId" clId="{8A54ABBC-77E9-4FD7-BFA6-0E013AE82CE3}" dt="2021-09-28T11:39:49.019" v="275" actId="1076"/>
          <ac:spMkLst>
            <pc:docMk/>
            <pc:sldMk cId="851643296" sldId="403"/>
            <ac:spMk id="5" creationId="{F085BBFD-28D1-411B-88E0-D26292AEEC3C}"/>
          </ac:spMkLst>
        </pc:spChg>
        <pc:spChg chg="add mod">
          <ac:chgData name="Wang Chengze" userId="cb207eaf1c6f3e1c" providerId="LiveId" clId="{8A54ABBC-77E9-4FD7-BFA6-0E013AE82CE3}" dt="2021-09-28T11:40:03.523" v="284" actId="1035"/>
          <ac:spMkLst>
            <pc:docMk/>
            <pc:sldMk cId="851643296" sldId="403"/>
            <ac:spMk id="6" creationId="{06EB9ECA-E5BF-4BF2-920E-10EF4FE21162}"/>
          </ac:spMkLst>
        </pc:spChg>
        <pc:spChg chg="add del mod">
          <ac:chgData name="Wang Chengze" userId="cb207eaf1c6f3e1c" providerId="LiveId" clId="{8A54ABBC-77E9-4FD7-BFA6-0E013AE82CE3}" dt="2021-09-28T11:40:09.303" v="286"/>
          <ac:spMkLst>
            <pc:docMk/>
            <pc:sldMk cId="851643296" sldId="403"/>
            <ac:spMk id="7" creationId="{26F0BC57-EE2E-4993-BE73-5D5ACBF62994}"/>
          </ac:spMkLst>
        </pc:spChg>
        <pc:spChg chg="mod">
          <ac:chgData name="Wang Chengze" userId="cb207eaf1c6f3e1c" providerId="LiveId" clId="{8A54ABBC-77E9-4FD7-BFA6-0E013AE82CE3}" dt="2021-09-28T11:40:22.946" v="290"/>
          <ac:spMkLst>
            <pc:docMk/>
            <pc:sldMk cId="851643296" sldId="403"/>
            <ac:spMk id="11" creationId="{6E665610-7E46-4D80-908C-12F1AA72A879}"/>
          </ac:spMkLst>
        </pc:spChg>
        <pc:grpChg chg="add mod">
          <ac:chgData name="Wang Chengze" userId="cb207eaf1c6f3e1c" providerId="LiveId" clId="{8A54ABBC-77E9-4FD7-BFA6-0E013AE82CE3}" dt="2021-09-28T11:40:22.946" v="290"/>
          <ac:grpSpMkLst>
            <pc:docMk/>
            <pc:sldMk cId="851643296" sldId="403"/>
            <ac:grpSpMk id="9" creationId="{7EC208F4-313B-4B25-A339-B3593217D84F}"/>
          </ac:grpSpMkLst>
        </pc:grpChg>
        <pc:picChg chg="add del mod">
          <ac:chgData name="Wang Chengze" userId="cb207eaf1c6f3e1c" providerId="LiveId" clId="{8A54ABBC-77E9-4FD7-BFA6-0E013AE82CE3}" dt="2021-09-28T11:40:09.303" v="286"/>
          <ac:picMkLst>
            <pc:docMk/>
            <pc:sldMk cId="851643296" sldId="403"/>
            <ac:picMk id="8" creationId="{7F599D62-B980-43AC-924B-4DABCC8A35CA}"/>
          </ac:picMkLst>
        </pc:picChg>
        <pc:picChg chg="mod">
          <ac:chgData name="Wang Chengze" userId="cb207eaf1c6f3e1c" providerId="LiveId" clId="{8A54ABBC-77E9-4FD7-BFA6-0E013AE82CE3}" dt="2021-09-28T11:40:22.946" v="290"/>
          <ac:picMkLst>
            <pc:docMk/>
            <pc:sldMk cId="851643296" sldId="403"/>
            <ac:picMk id="10" creationId="{A169105F-344E-47C1-8380-C888DAD3CE67}"/>
          </ac:picMkLst>
        </pc:picChg>
      </pc:sldChg>
      <pc:sldChg chg="addSp delSp modSp add mod ord">
        <pc:chgData name="Wang Chengze" userId="cb207eaf1c6f3e1c" providerId="LiveId" clId="{8A54ABBC-77E9-4FD7-BFA6-0E013AE82CE3}" dt="2021-09-28T11:41:49.700" v="312" actId="1035"/>
        <pc:sldMkLst>
          <pc:docMk/>
          <pc:sldMk cId="3398455154" sldId="404"/>
        </pc:sldMkLst>
        <pc:spChg chg="del">
          <ac:chgData name="Wang Chengze" userId="cb207eaf1c6f3e1c" providerId="LiveId" clId="{8A54ABBC-77E9-4FD7-BFA6-0E013AE82CE3}" dt="2021-09-28T11:40:59.093" v="295" actId="478"/>
          <ac:spMkLst>
            <pc:docMk/>
            <pc:sldMk cId="3398455154" sldId="404"/>
            <ac:spMk id="2" creationId="{43B7CC65-C0E1-4CED-A658-BC4EC9F6DF4E}"/>
          </ac:spMkLst>
        </pc:spChg>
        <pc:spChg chg="del">
          <ac:chgData name="Wang Chengze" userId="cb207eaf1c6f3e1c" providerId="LiveId" clId="{8A54ABBC-77E9-4FD7-BFA6-0E013AE82CE3}" dt="2021-09-28T11:40:59.093" v="295" actId="478"/>
          <ac:spMkLst>
            <pc:docMk/>
            <pc:sldMk cId="3398455154" sldId="404"/>
            <ac:spMk id="3" creationId="{1316EE44-94D6-4B7C-9548-CA16E0AE7B28}"/>
          </ac:spMkLst>
        </pc:spChg>
        <pc:spChg chg="add del mod">
          <ac:chgData name="Wang Chengze" userId="cb207eaf1c6f3e1c" providerId="LiveId" clId="{8A54ABBC-77E9-4FD7-BFA6-0E013AE82CE3}" dt="2021-09-28T11:41:04.036" v="297" actId="478"/>
          <ac:spMkLst>
            <pc:docMk/>
            <pc:sldMk cId="3398455154" sldId="404"/>
            <ac:spMk id="9" creationId="{9E11BCB9-729E-44AB-9C9D-E0EECD5C18A0}"/>
          </ac:spMkLst>
        </pc:spChg>
        <pc:spChg chg="add del mod">
          <ac:chgData name="Wang Chengze" userId="cb207eaf1c6f3e1c" providerId="LiveId" clId="{8A54ABBC-77E9-4FD7-BFA6-0E013AE82CE3}" dt="2021-09-28T11:41:04.036" v="297" actId="478"/>
          <ac:spMkLst>
            <pc:docMk/>
            <pc:sldMk cId="3398455154" sldId="404"/>
            <ac:spMk id="11" creationId="{D387F40F-56EA-4219-82D2-1F34D1FC870E}"/>
          </ac:spMkLst>
        </pc:spChg>
        <pc:spChg chg="add mod">
          <ac:chgData name="Wang Chengze" userId="cb207eaf1c6f3e1c" providerId="LiveId" clId="{8A54ABBC-77E9-4FD7-BFA6-0E013AE82CE3}" dt="2021-09-28T11:41:00.158" v="296"/>
          <ac:spMkLst>
            <pc:docMk/>
            <pc:sldMk cId="3398455154" sldId="404"/>
            <ac:spMk id="12" creationId="{C2E2BDAC-0429-455E-B436-BFA6BF8C0C5D}"/>
          </ac:spMkLst>
        </pc:spChg>
        <pc:spChg chg="add mod">
          <ac:chgData name="Wang Chengze" userId="cb207eaf1c6f3e1c" providerId="LiveId" clId="{8A54ABBC-77E9-4FD7-BFA6-0E013AE82CE3}" dt="2021-09-28T11:41:49.700" v="312" actId="1035"/>
          <ac:spMkLst>
            <pc:docMk/>
            <pc:sldMk cId="3398455154" sldId="404"/>
            <ac:spMk id="13" creationId="{981747BD-36BA-433D-BA1E-B814517969D9}"/>
          </ac:spMkLst>
        </pc:spChg>
      </pc:sldChg>
      <pc:sldChg chg="modSp add mod ord">
        <pc:chgData name="Wang Chengze" userId="cb207eaf1c6f3e1c" providerId="LiveId" clId="{8A54ABBC-77E9-4FD7-BFA6-0E013AE82CE3}" dt="2021-09-28T11:42:30.146" v="341" actId="20577"/>
        <pc:sldMkLst>
          <pc:docMk/>
          <pc:sldMk cId="2810656574" sldId="405"/>
        </pc:sldMkLst>
        <pc:spChg chg="mod">
          <ac:chgData name="Wang Chengze" userId="cb207eaf1c6f3e1c" providerId="LiveId" clId="{8A54ABBC-77E9-4FD7-BFA6-0E013AE82CE3}" dt="2021-09-28T11:42:07.495" v="328"/>
          <ac:spMkLst>
            <pc:docMk/>
            <pc:sldMk cId="2810656574" sldId="405"/>
            <ac:spMk id="2" creationId="{43B7CC65-C0E1-4CED-A658-BC4EC9F6DF4E}"/>
          </ac:spMkLst>
        </pc:spChg>
        <pc:spChg chg="mod">
          <ac:chgData name="Wang Chengze" userId="cb207eaf1c6f3e1c" providerId="LiveId" clId="{8A54ABBC-77E9-4FD7-BFA6-0E013AE82CE3}" dt="2021-09-28T11:42:30.146" v="341" actId="20577"/>
          <ac:spMkLst>
            <pc:docMk/>
            <pc:sldMk cId="2810656574" sldId="405"/>
            <ac:spMk id="3" creationId="{1316EE44-94D6-4B7C-9548-CA16E0AE7B28}"/>
          </ac:spMkLst>
        </pc:spChg>
      </pc:sldChg>
      <pc:sldMasterChg chg="addSp delSp modSp mod delSldLayout">
        <pc:chgData name="Wang Chengze" userId="cb207eaf1c6f3e1c" providerId="LiveId" clId="{8A54ABBC-77E9-4FD7-BFA6-0E013AE82CE3}" dt="2021-09-28T11:41:32.321" v="301" actId="47"/>
        <pc:sldMasterMkLst>
          <pc:docMk/>
          <pc:sldMasterMk cId="0" sldId="2147483648"/>
        </pc:sldMasterMkLst>
        <pc:picChg chg="add del mod">
          <ac:chgData name="Wang Chengze" userId="cb207eaf1c6f3e1c" providerId="LiveId" clId="{8A54ABBC-77E9-4FD7-BFA6-0E013AE82CE3}" dt="2021-09-28T10:31:35.003" v="5"/>
          <ac:picMkLst>
            <pc:docMk/>
            <pc:sldMasterMk cId="0" sldId="2147483648"/>
            <ac:picMk id="14" creationId="{1638AE00-7AAC-49D5-B544-329B96C586A4}"/>
          </ac:picMkLst>
        </pc:picChg>
        <pc:picChg chg="mod modCrop">
          <ac:chgData name="Wang Chengze" userId="cb207eaf1c6f3e1c" providerId="LiveId" clId="{8A54ABBC-77E9-4FD7-BFA6-0E013AE82CE3}" dt="2021-09-28T10:32:26.991" v="25" actId="732"/>
          <ac:picMkLst>
            <pc:docMk/>
            <pc:sldMasterMk cId="0" sldId="2147483648"/>
            <ac:picMk id="16" creationId="{00000000-0000-0000-0000-000000000000}"/>
          </ac:picMkLst>
        </pc:picChg>
        <pc:picChg chg="add del mod">
          <ac:chgData name="Wang Chengze" userId="cb207eaf1c6f3e1c" providerId="LiveId" clId="{8A54ABBC-77E9-4FD7-BFA6-0E013AE82CE3}" dt="2021-09-28T10:31:35.003" v="5"/>
          <ac:picMkLst>
            <pc:docMk/>
            <pc:sldMasterMk cId="0" sldId="2147483648"/>
            <ac:picMk id="17" creationId="{4AD903B1-31A4-4907-A26C-88F939930939}"/>
          </ac:picMkLst>
        </pc:picChg>
        <pc:picChg chg="add del mod">
          <ac:chgData name="Wang Chengze" userId="cb207eaf1c6f3e1c" providerId="LiveId" clId="{8A54ABBC-77E9-4FD7-BFA6-0E013AE82CE3}" dt="2021-09-28T10:32:18.831" v="23" actId="1076"/>
          <ac:picMkLst>
            <pc:docMk/>
            <pc:sldMasterMk cId="0" sldId="2147483648"/>
            <ac:picMk id="19" creationId="{57C1F69D-3981-4E94-B159-3812328D0C8D}"/>
          </ac:picMkLst>
        </pc:picChg>
        <pc:picChg chg="add del mod">
          <ac:chgData name="Wang Chengze" userId="cb207eaf1c6f3e1c" providerId="LiveId" clId="{8A54ABBC-77E9-4FD7-BFA6-0E013AE82CE3}" dt="2021-09-28T10:32:18.831" v="23" actId="1076"/>
          <ac:picMkLst>
            <pc:docMk/>
            <pc:sldMasterMk cId="0" sldId="2147483648"/>
            <ac:picMk id="21" creationId="{00000000-0000-0000-0000-000000000000}"/>
          </ac:picMkLst>
        </pc:picChg>
        <pc:picChg chg="add del mod">
          <ac:chgData name="Wang Chengze" userId="cb207eaf1c6f3e1c" providerId="LiveId" clId="{8A54ABBC-77E9-4FD7-BFA6-0E013AE82CE3}" dt="2021-09-28T10:31:41.986" v="8"/>
          <ac:picMkLst>
            <pc:docMk/>
            <pc:sldMasterMk cId="0" sldId="2147483648"/>
            <ac:picMk id="23" creationId="{2385432A-9545-496E-9C46-6D7BAD6AAD27}"/>
          </ac:picMkLst>
        </pc:picChg>
        <pc:picChg chg="add del mod">
          <ac:chgData name="Wang Chengze" userId="cb207eaf1c6f3e1c" providerId="LiveId" clId="{8A54ABBC-77E9-4FD7-BFA6-0E013AE82CE3}" dt="2021-09-28T10:31:41.986" v="8"/>
          <ac:picMkLst>
            <pc:docMk/>
            <pc:sldMasterMk cId="0" sldId="2147483648"/>
            <ac:picMk id="24" creationId="{4A0B6514-62AC-47FB-ADEF-D902F25CAB52}"/>
          </ac:picMkLst>
        </pc:picChg>
        <pc:cxnChg chg="add del mod">
          <ac:chgData name="Wang Chengze" userId="cb207eaf1c6f3e1c" providerId="LiveId" clId="{8A54ABBC-77E9-4FD7-BFA6-0E013AE82CE3}" dt="2021-09-28T10:31:35.003" v="5"/>
          <ac:cxnSpMkLst>
            <pc:docMk/>
            <pc:sldMasterMk cId="0" sldId="2147483648"/>
            <ac:cxnSpMk id="11" creationId="{5FFDA085-C007-427D-94EB-9FC0F92AFEC3}"/>
          </ac:cxnSpMkLst>
        </pc:cxnChg>
        <pc:cxnChg chg="add del mod">
          <ac:chgData name="Wang Chengze" userId="cb207eaf1c6f3e1c" providerId="LiveId" clId="{8A54ABBC-77E9-4FD7-BFA6-0E013AE82CE3}" dt="2021-09-28T10:32:18.831" v="23" actId="1076"/>
          <ac:cxnSpMkLst>
            <pc:docMk/>
            <pc:sldMasterMk cId="0" sldId="2147483648"/>
            <ac:cxnSpMk id="20" creationId="{00000000-0000-0000-0000-000000000000}"/>
          </ac:cxnSpMkLst>
        </pc:cxnChg>
        <pc:cxnChg chg="add del mod">
          <ac:chgData name="Wang Chengze" userId="cb207eaf1c6f3e1c" providerId="LiveId" clId="{8A54ABBC-77E9-4FD7-BFA6-0E013AE82CE3}" dt="2021-09-28T10:31:41.986" v="8"/>
          <ac:cxnSpMkLst>
            <pc:docMk/>
            <pc:sldMasterMk cId="0" sldId="2147483648"/>
            <ac:cxnSpMk id="22" creationId="{0AF67B16-9F1C-41D5-9BE0-7AB5CB85D869}"/>
          </ac:cxnSpMkLst>
        </pc:cxnChg>
        <pc:sldLayoutChg chg="del">
          <pc:chgData name="Wang Chengze" userId="cb207eaf1c6f3e1c" providerId="LiveId" clId="{8A54ABBC-77E9-4FD7-BFA6-0E013AE82CE3}" dt="2021-09-28T11:41:32.321" v="301" actId="47"/>
          <pc:sldLayoutMkLst>
            <pc:docMk/>
            <pc:sldMasterMk cId="0" sldId="2147483648"/>
            <pc:sldLayoutMk cId="1347513160" sldId="2147483658"/>
          </pc:sldLayoutMkLst>
        </pc:sldLayoutChg>
        <pc:sldLayoutChg chg="del">
          <pc:chgData name="Wang Chengze" userId="cb207eaf1c6f3e1c" providerId="LiveId" clId="{8A54ABBC-77E9-4FD7-BFA6-0E013AE82CE3}" dt="2021-09-28T11:21:42.966" v="37" actId="47"/>
          <pc:sldLayoutMkLst>
            <pc:docMk/>
            <pc:sldMasterMk cId="0" sldId="2147483648"/>
            <pc:sldLayoutMk cId="3977235553" sldId="2147483658"/>
          </pc:sldLayoutMkLst>
        </pc:sldLayoutChg>
      </pc:sldMasterChg>
      <pc:sldMasterChg chg="addSp delSp mod addSldLayout delSldLayout modSldLayout">
        <pc:chgData name="Wang Chengze" userId="cb207eaf1c6f3e1c" providerId="LiveId" clId="{8A54ABBC-77E9-4FD7-BFA6-0E013AE82CE3}" dt="2021-09-28T11:54:07.171" v="406" actId="478"/>
        <pc:sldMasterMkLst>
          <pc:docMk/>
          <pc:sldMasterMk cId="0" sldId="2147483652"/>
        </pc:sldMasterMkLst>
        <pc:spChg chg="add del">
          <ac:chgData name="Wang Chengze" userId="cb207eaf1c6f3e1c" providerId="LiveId" clId="{8A54ABBC-77E9-4FD7-BFA6-0E013AE82CE3}" dt="2021-09-28T11:25:45.679" v="108" actId="478"/>
          <ac:spMkLst>
            <pc:docMk/>
            <pc:sldMasterMk cId="0" sldId="2147483652"/>
            <ac:spMk id="4" creationId="{00000000-0000-0000-0000-000000000000}"/>
          </ac:spMkLst>
        </pc:spChg>
        <pc:spChg chg="del">
          <ac:chgData name="Wang Chengze" userId="cb207eaf1c6f3e1c" providerId="LiveId" clId="{8A54ABBC-77E9-4FD7-BFA6-0E013AE82CE3}" dt="2021-09-28T11:25:22.814" v="103" actId="478"/>
          <ac:spMkLst>
            <pc:docMk/>
            <pc:sldMasterMk cId="0" sldId="2147483652"/>
            <ac:spMk id="10" creationId="{3828FF93-7118-459A-B934-592D962C9F27}"/>
          </ac:spMkLst>
        </pc:spChg>
        <pc:sldLayoutChg chg="addSp delSp modSp del mod">
          <pc:chgData name="Wang Chengze" userId="cb207eaf1c6f3e1c" providerId="LiveId" clId="{8A54ABBC-77E9-4FD7-BFA6-0E013AE82CE3}" dt="2021-09-28T11:23:13.177" v="54" actId="2696"/>
          <pc:sldLayoutMkLst>
            <pc:docMk/>
            <pc:sldMasterMk cId="0" sldId="2147483652"/>
            <pc:sldLayoutMk cId="0" sldId="2147483654"/>
          </pc:sldLayoutMkLst>
          <pc:spChg chg="add del mod">
            <ac:chgData name="Wang Chengze" userId="cb207eaf1c6f3e1c" providerId="LiveId" clId="{8A54ABBC-77E9-4FD7-BFA6-0E013AE82CE3}" dt="2021-09-28T11:22:12.673" v="44" actId="1076"/>
            <ac:spMkLst>
              <pc:docMk/>
              <pc:sldMasterMk cId="0" sldId="2147483652"/>
              <pc:sldLayoutMk cId="0" sldId="2147483654"/>
              <ac:spMk id="2" creationId="{AD95409A-19B1-45C4-834C-A7BA8615284A}"/>
            </ac:spMkLst>
          </pc:spChg>
          <pc:spChg chg="mod">
            <ac:chgData name="Wang Chengze" userId="cb207eaf1c6f3e1c" providerId="LiveId" clId="{8A54ABBC-77E9-4FD7-BFA6-0E013AE82CE3}" dt="2021-09-28T11:22:12.673" v="44" actId="1076"/>
            <ac:spMkLst>
              <pc:docMk/>
              <pc:sldMasterMk cId="0" sldId="2147483652"/>
              <pc:sldLayoutMk cId="0" sldId="2147483654"/>
              <ac:spMk id="3" creationId="{00000000-0000-0000-0000-000000000000}"/>
            </ac:spMkLst>
          </pc:spChg>
          <pc:spChg chg="mod">
            <ac:chgData name="Wang Chengze" userId="cb207eaf1c6f3e1c" providerId="LiveId" clId="{8A54ABBC-77E9-4FD7-BFA6-0E013AE82CE3}" dt="2021-09-28T11:22:15.003" v="45" actId="1076"/>
            <ac:spMkLst>
              <pc:docMk/>
              <pc:sldMasterMk cId="0" sldId="2147483652"/>
              <pc:sldLayoutMk cId="0" sldId="2147483654"/>
              <ac:spMk id="10" creationId="{38F9A51B-F728-42DC-9831-219BA2A85314}"/>
            </ac:spMkLst>
          </pc:spChg>
          <pc:spChg chg="mod">
            <ac:chgData name="Wang Chengze" userId="cb207eaf1c6f3e1c" providerId="LiveId" clId="{8A54ABBC-77E9-4FD7-BFA6-0E013AE82CE3}" dt="2021-09-28T11:22:28.145" v="46" actId="1076"/>
            <ac:spMkLst>
              <pc:docMk/>
              <pc:sldMasterMk cId="0" sldId="2147483652"/>
              <pc:sldLayoutMk cId="0" sldId="2147483654"/>
              <ac:spMk id="11" creationId="{6FC4C85D-0E89-4F30-926E-D841DFE03584}"/>
            </ac:spMkLst>
          </pc:spChg>
        </pc:sldLayoutChg>
        <pc:sldLayoutChg chg="del">
          <pc:chgData name="Wang Chengze" userId="cb207eaf1c6f3e1c" providerId="LiveId" clId="{8A54ABBC-77E9-4FD7-BFA6-0E013AE82CE3}" dt="2021-09-28T10:33:58.144" v="32" actId="47"/>
          <pc:sldLayoutMkLst>
            <pc:docMk/>
            <pc:sldMasterMk cId="0" sldId="2147483652"/>
            <pc:sldLayoutMk cId="3484718228" sldId="2147483657"/>
          </pc:sldLayoutMkLst>
        </pc:sldLayoutChg>
        <pc:sldLayoutChg chg="addSp delSp modSp mod">
          <pc:chgData name="Wang Chengze" userId="cb207eaf1c6f3e1c" providerId="LiveId" clId="{8A54ABBC-77E9-4FD7-BFA6-0E013AE82CE3}" dt="2021-09-28T11:54:07.171" v="406" actId="478"/>
          <pc:sldLayoutMkLst>
            <pc:docMk/>
            <pc:sldMasterMk cId="0" sldId="2147483652"/>
            <pc:sldLayoutMk cId="4145200670" sldId="2147483657"/>
          </pc:sldLayoutMkLst>
          <pc:spChg chg="del">
            <ac:chgData name="Wang Chengze" userId="cb207eaf1c6f3e1c" providerId="LiveId" clId="{8A54ABBC-77E9-4FD7-BFA6-0E013AE82CE3}" dt="2021-09-28T11:54:07.171" v="406" actId="478"/>
            <ac:spMkLst>
              <pc:docMk/>
              <pc:sldMasterMk cId="0" sldId="2147483652"/>
              <pc:sldLayoutMk cId="4145200670" sldId="2147483657"/>
              <ac:spMk id="2" creationId="{00000000-0000-0000-0000-000000000000}"/>
            </ac:spMkLst>
          </pc:spChg>
          <pc:spChg chg="del">
            <ac:chgData name="Wang Chengze" userId="cb207eaf1c6f3e1c" providerId="LiveId" clId="{8A54ABBC-77E9-4FD7-BFA6-0E013AE82CE3}" dt="2021-09-28T11:25:25.086" v="104" actId="478"/>
            <ac:spMkLst>
              <pc:docMk/>
              <pc:sldMasterMk cId="0" sldId="2147483652"/>
              <pc:sldLayoutMk cId="4145200670" sldId="2147483657"/>
              <ac:spMk id="3" creationId="{00000000-0000-0000-0000-000000000000}"/>
            </ac:spMkLst>
          </pc:spChg>
          <pc:spChg chg="del">
            <ac:chgData name="Wang Chengze" userId="cb207eaf1c6f3e1c" providerId="LiveId" clId="{8A54ABBC-77E9-4FD7-BFA6-0E013AE82CE3}" dt="2021-09-28T11:25:26.782" v="105" actId="478"/>
            <ac:spMkLst>
              <pc:docMk/>
              <pc:sldMasterMk cId="0" sldId="2147483652"/>
              <pc:sldLayoutMk cId="4145200670" sldId="2147483657"/>
              <ac:spMk id="4" creationId="{A3459FCB-788F-4E53-9A6F-DAF9A8917AE0}"/>
            </ac:spMkLst>
          </pc:spChg>
          <pc:spChg chg="del">
            <ac:chgData name="Wang Chengze" userId="cb207eaf1c6f3e1c" providerId="LiveId" clId="{8A54ABBC-77E9-4FD7-BFA6-0E013AE82CE3}" dt="2021-09-28T11:25:28.758" v="106" actId="478"/>
            <ac:spMkLst>
              <pc:docMk/>
              <pc:sldMasterMk cId="0" sldId="2147483652"/>
              <pc:sldLayoutMk cId="4145200670" sldId="2147483657"/>
              <ac:spMk id="5" creationId="{651A7580-6DD9-4CCA-A933-FB25FA4B5794}"/>
            </ac:spMkLst>
          </pc:spChg>
          <pc:spChg chg="add mod">
            <ac:chgData name="Wang Chengze" userId="cb207eaf1c6f3e1c" providerId="LiveId" clId="{8A54ABBC-77E9-4FD7-BFA6-0E013AE82CE3}" dt="2021-09-28T11:27:02.818" v="120" actId="1076"/>
            <ac:spMkLst>
              <pc:docMk/>
              <pc:sldMasterMk cId="0" sldId="2147483652"/>
              <pc:sldLayoutMk cId="4145200670" sldId="2147483657"/>
              <ac:spMk id="6" creationId="{5D7B1682-338E-4DB8-919D-3F74C7FF93C0}"/>
            </ac:spMkLst>
          </pc:spChg>
          <pc:spChg chg="add mod">
            <ac:chgData name="Wang Chengze" userId="cb207eaf1c6f3e1c" providerId="LiveId" clId="{8A54ABBC-77E9-4FD7-BFA6-0E013AE82CE3}" dt="2021-09-28T11:25:51.406" v="109"/>
            <ac:spMkLst>
              <pc:docMk/>
              <pc:sldMasterMk cId="0" sldId="2147483652"/>
              <pc:sldLayoutMk cId="4145200670" sldId="2147483657"/>
              <ac:spMk id="7" creationId="{A6651ABD-666A-4ACF-BD8A-FC578EA15F75}"/>
            </ac:spMkLst>
          </pc:spChg>
          <pc:spChg chg="add mod">
            <ac:chgData name="Wang Chengze" userId="cb207eaf1c6f3e1c" providerId="LiveId" clId="{8A54ABBC-77E9-4FD7-BFA6-0E013AE82CE3}" dt="2021-09-28T11:27:06.908" v="122" actId="1076"/>
            <ac:spMkLst>
              <pc:docMk/>
              <pc:sldMasterMk cId="0" sldId="2147483652"/>
              <pc:sldLayoutMk cId="4145200670" sldId="2147483657"/>
              <ac:spMk id="8" creationId="{CB58C221-00B6-423E-91E0-ADC727E14F82}"/>
            </ac:spMkLst>
          </pc:spChg>
          <pc:spChg chg="add del mod">
            <ac:chgData name="Wang Chengze" userId="cb207eaf1c6f3e1c" providerId="LiveId" clId="{8A54ABBC-77E9-4FD7-BFA6-0E013AE82CE3}" dt="2021-09-28T11:37:18.622" v="244" actId="478"/>
            <ac:spMkLst>
              <pc:docMk/>
              <pc:sldMasterMk cId="0" sldId="2147483652"/>
              <pc:sldLayoutMk cId="4145200670" sldId="2147483657"/>
              <ac:spMk id="9" creationId="{1185B1B1-1DD2-42D5-8794-16B444C2E333}"/>
            </ac:spMkLst>
          </pc:spChg>
          <pc:spChg chg="add del mod">
            <ac:chgData name="Wang Chengze" userId="cb207eaf1c6f3e1c" providerId="LiveId" clId="{8A54ABBC-77E9-4FD7-BFA6-0E013AE82CE3}" dt="2021-09-28T11:37:18.622" v="244" actId="478"/>
            <ac:spMkLst>
              <pc:docMk/>
              <pc:sldMasterMk cId="0" sldId="2147483652"/>
              <pc:sldLayoutMk cId="4145200670" sldId="2147483657"/>
              <ac:spMk id="10" creationId="{C413E148-BB9B-4723-986B-DACA9B80B140}"/>
            </ac:spMkLst>
          </pc:spChg>
          <pc:picChg chg="add del mod">
            <ac:chgData name="Wang Chengze" userId="cb207eaf1c6f3e1c" providerId="LiveId" clId="{8A54ABBC-77E9-4FD7-BFA6-0E013AE82CE3}" dt="2021-09-28T11:37:18.622" v="244" actId="478"/>
            <ac:picMkLst>
              <pc:docMk/>
              <pc:sldMasterMk cId="0" sldId="2147483652"/>
              <pc:sldLayoutMk cId="4145200670" sldId="2147483657"/>
              <ac:picMk id="13" creationId="{BE6E5F31-A2E2-46D3-BE82-45F2AE9693C2}"/>
            </ac:picMkLst>
          </pc:picChg>
          <pc:cxnChg chg="add del mod">
            <ac:chgData name="Wang Chengze" userId="cb207eaf1c6f3e1c" providerId="LiveId" clId="{8A54ABBC-77E9-4FD7-BFA6-0E013AE82CE3}" dt="2021-09-28T11:37:18.622" v="244" actId="478"/>
            <ac:cxnSpMkLst>
              <pc:docMk/>
              <pc:sldMasterMk cId="0" sldId="2147483652"/>
              <pc:sldLayoutMk cId="4145200670" sldId="2147483657"/>
              <ac:cxnSpMk id="11" creationId="{E875FF0A-8BA4-4547-8E5C-436F4F83ABBC}"/>
            </ac:cxnSpMkLst>
          </pc:cxnChg>
          <pc:cxnChg chg="add del mod">
            <ac:chgData name="Wang Chengze" userId="cb207eaf1c6f3e1c" providerId="LiveId" clId="{8A54ABBC-77E9-4FD7-BFA6-0E013AE82CE3}" dt="2021-09-28T11:37:18.622" v="244" actId="478"/>
            <ac:cxnSpMkLst>
              <pc:docMk/>
              <pc:sldMasterMk cId="0" sldId="2147483652"/>
              <pc:sldLayoutMk cId="4145200670" sldId="2147483657"/>
              <ac:cxnSpMk id="12" creationId="{99CC0A10-B7F8-4C37-B31C-9B72BA7E99C8}"/>
            </ac:cxnSpMkLst>
          </pc:cxnChg>
        </pc:sldLayoutChg>
        <pc:sldLayoutChg chg="add del mod modTransition">
          <pc:chgData name="Wang Chengze" userId="cb207eaf1c6f3e1c" providerId="LiveId" clId="{8A54ABBC-77E9-4FD7-BFA6-0E013AE82CE3}" dt="2021-09-28T11:23:11.104" v="53" actId="2696"/>
          <pc:sldLayoutMkLst>
            <pc:docMk/>
            <pc:sldMasterMk cId="0" sldId="2147483652"/>
            <pc:sldLayoutMk cId="3188312139" sldId="2147483658"/>
          </pc:sldLayoutMkLst>
        </pc:sldLayoutChg>
      </pc:sldMasterChg>
      <pc:sldMasterChg chg="modSp mod delSldLayout">
        <pc:chgData name="Wang Chengze" userId="cb207eaf1c6f3e1c" providerId="LiveId" clId="{8A54ABBC-77E9-4FD7-BFA6-0E013AE82CE3}" dt="2021-09-28T11:32:43.290" v="190" actId="47"/>
        <pc:sldMasterMkLst>
          <pc:docMk/>
          <pc:sldMasterMk cId="0" sldId="2147483655"/>
        </pc:sldMasterMkLst>
        <pc:picChg chg="mod">
          <ac:chgData name="Wang Chengze" userId="cb207eaf1c6f3e1c" providerId="LiveId" clId="{8A54ABBC-77E9-4FD7-BFA6-0E013AE82CE3}" dt="2021-09-28T10:31:07.112" v="3" actId="1076"/>
          <ac:picMkLst>
            <pc:docMk/>
            <pc:sldMasterMk cId="0" sldId="2147483655"/>
            <ac:picMk id="12" creationId="{00000000-0000-0000-0000-000000000000}"/>
          </ac:picMkLst>
        </pc:picChg>
        <pc:picChg chg="mod">
          <ac:chgData name="Wang Chengze" userId="cb207eaf1c6f3e1c" providerId="LiveId" clId="{8A54ABBC-77E9-4FD7-BFA6-0E013AE82CE3}" dt="2021-09-28T10:31:03.476" v="2" actId="1076"/>
          <ac:picMkLst>
            <pc:docMk/>
            <pc:sldMasterMk cId="0" sldId="2147483655"/>
            <ac:picMk id="15" creationId="{F47D746C-8FD3-4810-81F7-A6CC31355F42}"/>
          </ac:picMkLst>
        </pc:picChg>
        <pc:sldLayoutChg chg="del">
          <pc:chgData name="Wang Chengze" userId="cb207eaf1c6f3e1c" providerId="LiveId" clId="{8A54ABBC-77E9-4FD7-BFA6-0E013AE82CE3}" dt="2021-09-28T11:32:43.290" v="190" actId="47"/>
          <pc:sldLayoutMkLst>
            <pc:docMk/>
            <pc:sldMasterMk cId="0" sldId="2147483655"/>
            <pc:sldLayoutMk cId="4286162739" sldId="2147483658"/>
          </pc:sldLayoutMkLst>
        </pc:sldLayoutChg>
        <pc:sldLayoutChg chg="del">
          <pc:chgData name="Wang Chengze" userId="cb207eaf1c6f3e1c" providerId="LiveId" clId="{8A54ABBC-77E9-4FD7-BFA6-0E013AE82CE3}" dt="2021-09-28T10:34:10.347" v="33" actId="2696"/>
          <pc:sldLayoutMkLst>
            <pc:docMk/>
            <pc:sldMasterMk cId="0" sldId="2147483655"/>
            <pc:sldLayoutMk cId="2804819010" sldId="2147483659"/>
          </pc:sldLayoutMkLst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023B72"/>
              </a:solidFill>
              <a:latin typeface="+mn-ea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2-4F79-A424-C782304F99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62-4F79-A424-C782304F99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62-4F79-A424-C782304F99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50294511"/>
        <c:axId val="724349039"/>
        <c:axId val="0"/>
      </c:bar3DChart>
      <c:catAx>
        <c:axId val="75029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23B72"/>
                </a:solidFill>
                <a:latin typeface="+mn-ea"/>
                <a:ea typeface="+mn-ea"/>
                <a:cs typeface="+mn-cs"/>
              </a:defRPr>
            </a:pPr>
            <a:endParaRPr lang="zh-CN"/>
          </a:p>
        </c:txPr>
        <c:crossAx val="724349039"/>
        <c:crosses val="autoZero"/>
        <c:auto val="1"/>
        <c:lblAlgn val="ctr"/>
        <c:lblOffset val="100"/>
        <c:noMultiLvlLbl val="0"/>
      </c:catAx>
      <c:valAx>
        <c:axId val="724349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23B72"/>
                </a:solidFill>
                <a:latin typeface="+mn-ea"/>
                <a:ea typeface="+mn-ea"/>
                <a:cs typeface="+mn-cs"/>
              </a:defRPr>
            </a:pPr>
            <a:endParaRPr lang="zh-CN"/>
          </a:p>
        </c:txPr>
        <c:crossAx val="75029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23B72"/>
              </a:solidFill>
              <a:latin typeface="+mn-ea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rgbClr val="023B72"/>
          </a:solidFill>
          <a:latin typeface="+mn-ea"/>
          <a:ea typeface="+mn-ea"/>
        </a:defRPr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577F3-BC67-4657-ACBE-6E316C9C8D83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2022/3/24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EF76D-2961-43AA-8888-A136EF3EA9E6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FB0385D-9FE6-40DA-9BA9-37BC2DF67C8A}" type="datetimeFigureOut">
              <a:rPr lang="zh-CN" altLang="en-US" smtClean="0"/>
              <a:pPr/>
              <a:t>2022/3/24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A5A0562-EA2F-4793-BC45-20F9D4B7E33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52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居中、居左二选一，注意首尾统一。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A0562-EA2F-4793-BC45-20F9D4B7E33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627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居中、居左二选一，注意首尾统一。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A0562-EA2F-4793-BC45-20F9D4B7E33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145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目录页有院训，空白页根据情况使用（左侧右键</a:t>
            </a:r>
            <a:r>
              <a:rPr lang="en-US" altLang="zh-CN" dirty="0"/>
              <a:t>PPT</a:t>
            </a:r>
            <a:r>
              <a:rPr lang="zh-CN" altLang="en-US" dirty="0"/>
              <a:t>页</a:t>
            </a:r>
            <a:r>
              <a:rPr lang="en-US" altLang="zh-CN" dirty="0"/>
              <a:t>-</a:t>
            </a:r>
            <a:r>
              <a:rPr lang="zh-CN" altLang="en-US" dirty="0"/>
              <a:t>版式进行选择）。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A0562-EA2F-4793-BC45-20F9D4B7E33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886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出现在</a:t>
            </a:r>
            <a:r>
              <a:rPr lang="en-US" altLang="zh-CN" dirty="0"/>
              <a:t>[iOPEN]</a:t>
            </a:r>
            <a:r>
              <a:rPr lang="zh-CN" altLang="en-US" dirty="0"/>
              <a:t>、</a:t>
            </a:r>
            <a:r>
              <a:rPr lang="en-US" altLang="zh-CN" dirty="0"/>
              <a:t>[</a:t>
            </a:r>
            <a:r>
              <a:rPr lang="zh-CN" altLang="en-US" dirty="0"/>
              <a:t>序号</a:t>
            </a:r>
            <a:r>
              <a:rPr lang="en-US" altLang="zh-CN" dirty="0"/>
              <a:t>]</a:t>
            </a:r>
            <a:r>
              <a:rPr lang="zh-CN" altLang="en-US" dirty="0"/>
              <a:t>、</a:t>
            </a:r>
            <a:r>
              <a:rPr lang="en-US" altLang="zh-CN" dirty="0"/>
              <a:t>[</a:t>
            </a:r>
            <a:r>
              <a:rPr lang="zh-CN" altLang="en-US" dirty="0"/>
              <a:t>中文文本间的英文、数字与符号</a:t>
            </a:r>
            <a:r>
              <a:rPr lang="en-US" altLang="zh-CN" dirty="0"/>
              <a:t>]</a:t>
            </a:r>
            <a:r>
              <a:rPr lang="zh-CN" altLang="en-US" dirty="0"/>
              <a:t>等的非中文字符可以采用微软雅黑。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A0562-EA2F-4793-BC45-20F9D4B7E334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330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请参考“参考文献格式</a:t>
            </a:r>
            <a:r>
              <a:rPr lang="en-US" altLang="zh-CN"/>
              <a:t>.docx</a:t>
            </a:r>
            <a:r>
              <a:rPr lang="zh-CN" altLang="en-US"/>
              <a:t>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A0562-EA2F-4793-BC45-20F9D4B7E334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961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A0562-EA2F-4793-BC45-20F9D4B7E33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747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A0562-EA2F-4793-BC45-20F9D4B7E33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6214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76363"/>
            <a:ext cx="9144000" cy="140312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464835"/>
            <a:ext cx="9144000" cy="57081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/>
            </a:lvl1pPr>
          </a:lstStyle>
          <a:p>
            <a:pPr lvl="0"/>
            <a:r>
              <a:rPr lang="zh-CN" altLang="en-US"/>
              <a:t>单击此处编辑母版副标题样式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59FCB-788F-4E53-9A6F-DAF9A8917A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0" y="654894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66C0C84-1619-4AE2-BFEA-7A56C1E2DD5A}" type="datetime1">
              <a:rPr lang="zh-CN" altLang="en-US" smtClean="0"/>
              <a:t>2022/3/24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1A7580-6DD9-4CCA-A933-FB25FA4B5794}"/>
              </a:ext>
            </a:extLst>
          </p:cNvPr>
          <p:cNvSpPr txBox="1"/>
          <p:nvPr userDrawn="1"/>
        </p:nvSpPr>
        <p:spPr>
          <a:xfrm>
            <a:off x="9856267" y="6542430"/>
            <a:ext cx="21098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iOPEN.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nwpu.edu.cn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5D7B1682-338E-4DB8-919D-3F74C7FF9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rgbClr val="193F6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8E19E52-268B-41DF-A796-9108715555B5}" type="datetime1">
              <a:rPr lang="zh-CN" altLang="en-US" smtClean="0"/>
              <a:t>2022/3/24</a:t>
            </a:fld>
            <a:endParaRPr lang="zh-CN" altLang="en-US" dirty="0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A6651ABD-666A-4ACF-BD8A-FC578EA15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CB58C221-00B6-423E-91E0-ADC727E14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8749" y="6390663"/>
            <a:ext cx="2743200" cy="4222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93F6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E33223C-0F98-462B-A603-F1FE98EB154F}" type="slidenum">
              <a:rPr lang="zh-CN" altLang="en-US" smtClean="0"/>
              <a:pPr/>
              <a:t>‹#›</a:t>
            </a:fld>
            <a:r>
              <a:rPr lang="en-US" altLang="zh-CN" dirty="0"/>
              <a:t>/13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822D1B-232C-482F-B61D-57BB851EB577}"/>
              </a:ext>
            </a:extLst>
          </p:cNvPr>
          <p:cNvSpPr/>
          <p:nvPr userDrawn="1"/>
        </p:nvSpPr>
        <p:spPr>
          <a:xfrm>
            <a:off x="2661558" y="5700756"/>
            <a:ext cx="6868883" cy="111215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spc="300" dirty="0">
                <a:solidFill>
                  <a:srgbClr val="70A8DA"/>
                </a:solidFill>
                <a:effectLst>
                  <a:outerShdw blurRad="50800" dist="50800" dir="2700000" algn="tl" rotWithShape="0">
                    <a:schemeClr val="bg1">
                      <a:alpha val="44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为国为民 笃志笃行</a:t>
            </a:r>
            <a:endParaRPr lang="en-US" altLang="zh-CN" sz="2800" spc="300" dirty="0">
              <a:solidFill>
                <a:srgbClr val="70A8DA"/>
              </a:solidFill>
              <a:effectLst>
                <a:outerShdw blurRad="50800" dist="50800" dir="2700000" algn="tl" rotWithShape="0">
                  <a:schemeClr val="bg1">
                    <a:alpha val="44000"/>
                  </a:scheme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en-US" altLang="zh-CN" sz="1200" dirty="0">
                <a:solidFill>
                  <a:srgbClr val="70A8DA"/>
                </a:solidFill>
                <a:effectLst>
                  <a:outerShdw blurRad="50800" dist="50800" dir="2700000" algn="tl" rotWithShape="0">
                    <a:schemeClr val="bg1">
                      <a:alpha val="44000"/>
                    </a:schemeClr>
                  </a:outerShdw>
                </a:effectLst>
                <a:latin typeface="Palatino Linotype" panose="02040502050505030304" pitchFamily="18" charset="0"/>
              </a:rPr>
              <a:t>For the nation, for the people; keep ambition, keep action.</a:t>
            </a:r>
            <a:endParaRPr lang="zh-CN" altLang="en-US" sz="1200" dirty="0">
              <a:solidFill>
                <a:srgbClr val="70A8DA"/>
              </a:solidFill>
              <a:effectLst>
                <a:outerShdw blurRad="50800" dist="50800" dir="2700000" algn="tl" rotWithShape="0">
                  <a:schemeClr val="bg1">
                    <a:alpha val="44000"/>
                  </a:schemeClr>
                </a:outerShdw>
              </a:effectLst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00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5D7B1682-338E-4DB8-919D-3F74C7FF9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rgbClr val="193F6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2731FED-F25A-4BF3-A75D-DFBF2FFDE3B1}" type="datetime1">
              <a:rPr lang="zh-CN" altLang="en-US" smtClean="0"/>
              <a:t>2022/3/24</a:t>
            </a:fld>
            <a:endParaRPr lang="zh-CN" altLang="en-US" dirty="0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A6651ABD-666A-4ACF-BD8A-FC578EA15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CB58C221-00B6-423E-91E0-ADC727E14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8749" y="6390663"/>
            <a:ext cx="2743200" cy="4222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93F6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E33223C-0F98-462B-A603-F1FE98EB154F}" type="slidenum">
              <a:rPr lang="zh-CN" altLang="en-US" smtClean="0"/>
              <a:pPr/>
              <a:t>‹#›</a:t>
            </a:fld>
            <a:r>
              <a:rPr lang="en-US" altLang="zh-CN" dirty="0"/>
              <a:t>/13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496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5100" y="1376118"/>
            <a:ext cx="11453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45100" y="6582813"/>
            <a:ext cx="2743200" cy="275187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248C1DB-147B-4763-8A00-D7AE81EF31F1}" type="datetime1">
              <a:rPr lang="zh-CN" altLang="en-US" smtClean="0"/>
              <a:t>2022/3/24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74291"/>
            <a:ext cx="4114800" cy="275187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661650" y="6538912"/>
            <a:ext cx="1130299" cy="36512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D930F70-006D-4C9D-BB1D-28375325AE88}" type="slidenum">
              <a:rPr lang="zh-CN" altLang="en-US" smtClean="0"/>
              <a:pPr/>
              <a:t>‹#›</a:t>
            </a:fld>
            <a:r>
              <a:rPr lang="en-US" altLang="zh-CN" dirty="0"/>
              <a:t>/13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003"/>
            <a:ext cx="6772592" cy="6985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4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标题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4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" y="6582813"/>
            <a:ext cx="12192000" cy="2751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0" y="0"/>
            <a:ext cx="12192000" cy="3429001"/>
          </a:xfrm>
          <a:prstGeom prst="rect">
            <a:avLst/>
          </a:prstGeom>
          <a:solidFill>
            <a:srgbClr val="193F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>
            <a:alphaModFix amt="5000"/>
          </a:blip>
          <a:srcRect t="24901" r="42671" b="16004"/>
          <a:stretch/>
        </p:blipFill>
        <p:spPr>
          <a:xfrm>
            <a:off x="6471912" y="0"/>
            <a:ext cx="5720088" cy="6874296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1019176"/>
            <a:ext cx="10515600" cy="1874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40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Representation </a:t>
            </a:r>
            <a:br>
              <a:rPr lang="en-US" altLang="zh-CN" sz="440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</a:br>
            <a:r>
              <a:rPr lang="en-US" altLang="zh-CN" sz="440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Title</a:t>
            </a:r>
            <a:endParaRPr lang="zh-CN" altLang="en-US" sz="44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" y="3429000"/>
            <a:ext cx="12192000" cy="659754"/>
          </a:xfrm>
          <a:prstGeom prst="rect">
            <a:avLst/>
          </a:prstGeom>
          <a:solidFill>
            <a:srgbClr val="4F9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"/>
          </p:nvPr>
        </p:nvSpPr>
        <p:spPr>
          <a:xfrm>
            <a:off x="838200" y="3429001"/>
            <a:ext cx="6953250" cy="659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 dirty="0"/>
              <a:t>Name</a:t>
            </a:r>
            <a:endParaRPr lang="zh-CN" altLang="en-US" dirty="0"/>
          </a:p>
        </p:txBody>
      </p:sp>
      <p:cxnSp>
        <p:nvCxnSpPr>
          <p:cNvPr id="20" name="直接连接符 19"/>
          <p:cNvCxnSpPr>
            <a:cxnSpLocks/>
          </p:cNvCxnSpPr>
          <p:nvPr userDrawn="1"/>
        </p:nvCxnSpPr>
        <p:spPr>
          <a:xfrm>
            <a:off x="10888761" y="322489"/>
            <a:ext cx="0" cy="444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形 20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9132" y="147903"/>
            <a:ext cx="787045" cy="78704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7C1F69D-3981-4E94-B159-3812328D0C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61415" y="146351"/>
            <a:ext cx="787042" cy="7824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2057400"/>
            <a:ext cx="10515600" cy="4119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</a:t>
            </a:r>
            <a:r>
              <a:rPr lang="zh-CN" altLang="en-US"/>
              <a:t>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52BCD73-14EF-4CB2-8AD8-25403F43F70E}" type="datetime1">
              <a:rPr lang="zh-CN" altLang="en-US" smtClean="0"/>
              <a:t>2022/3/24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E33223C-0F98-462B-A603-F1FE98EB154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1" y="0"/>
            <a:ext cx="12192000" cy="136525"/>
          </a:xfrm>
          <a:prstGeom prst="rect">
            <a:avLst/>
          </a:prstGeom>
          <a:solidFill>
            <a:srgbClr val="193F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136525"/>
            <a:ext cx="12192000" cy="76200"/>
          </a:xfrm>
          <a:prstGeom prst="rect">
            <a:avLst/>
          </a:prstGeom>
          <a:solidFill>
            <a:srgbClr val="4F9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" y="6781800"/>
            <a:ext cx="12192000" cy="76200"/>
          </a:xfrm>
          <a:prstGeom prst="rect">
            <a:avLst/>
          </a:prstGeom>
          <a:solidFill>
            <a:srgbClr val="193F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60CB95-48C5-48AD-BA9D-3840412A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0"/>
            <a:ext cx="12192000" cy="812800"/>
          </a:xfrm>
          <a:prstGeom prst="rect">
            <a:avLst/>
          </a:prstGeom>
          <a:solidFill>
            <a:srgbClr val="193F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812800"/>
            <a:ext cx="12192000" cy="76200"/>
          </a:xfrm>
          <a:prstGeom prst="rect">
            <a:avLst/>
          </a:prstGeom>
          <a:solidFill>
            <a:srgbClr val="4F9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038673" y="270591"/>
            <a:ext cx="0" cy="25256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65311" y="75626"/>
            <a:ext cx="659754" cy="659754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1" y="6582813"/>
            <a:ext cx="12192000" cy="2751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995746" y="6538912"/>
            <a:ext cx="796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D930F70-006D-4C9D-BB1D-28375325AE88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45100" y="6582813"/>
            <a:ext cx="2743200" cy="2751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F86F6B4F-5FE7-43C4-850A-13E8D5BA60B1}" type="datetime1">
              <a:rPr lang="zh-CN" altLang="en-US" smtClean="0"/>
              <a:t>2022/3/24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574291"/>
            <a:ext cx="4114800" cy="2751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47D746C-8FD3-4810-81F7-A6CC31355F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52282" y="81929"/>
            <a:ext cx="677259" cy="6733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3100" b="1">
                <a:solidFill>
                  <a:srgbClr val="1D395B"/>
                </a:solidFill>
                <a:latin typeface="Microsoft YaHei"/>
              </a:rPr>
              <a:t>地理空间 Agent 的经验与提示词自进化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2316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>
                <a:solidFill>
                  <a:srgbClr val="3068A0"/>
                </a:solidFill>
                <a:latin typeface="Microsoft YaHei"/>
              </a:rPr>
              <a:t>ExperienceEvo &amp; PromptEvo：从可复用经验到可回滚协议补丁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500" b="0">
                <a:solidFill>
                  <a:srgbClr val="2A3037"/>
                </a:solidFill>
                <a:latin typeface="Microsoft YaHei"/>
              </a:rPr>
              <a:t>中期答辩  |  汇报人：________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44068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>
                <a:solidFill>
                  <a:srgbClr val="646E78"/>
                </a:solidFill>
                <a:latin typeface="Microsoft YaHei"/>
              </a:rPr>
              <a:t>西北工业大学 · 光电与智能研究院 (iOPEN)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500" b="1">
                <a:solidFill>
                  <a:srgbClr val="1D395B"/>
                </a:solidFill>
                <a:latin typeface="Microsoft YaHei"/>
              </a:rPr>
              <a:t>汇报目录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86384"/>
            <a:ext cx="960120" cy="45720"/>
          </a:xfrm>
          <a:prstGeom prst="rect">
            <a:avLst/>
          </a:prstGeom>
          <a:solidFill>
            <a:srgbClr val="419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5039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646E78"/>
                </a:solidFill>
                <a:latin typeface="Microsoft YaHei"/>
              </a:rPr>
              <a:t>研究问题—方法—案例—实验—下一步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900" b="0">
                <a:solidFill>
                  <a:srgbClr val="696E73"/>
                </a:solidFill>
                <a:latin typeface="Microsoft YaHei"/>
              </a:rPr>
              <a:t>2/10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787D82"/>
                </a:solidFill>
                <a:latin typeface="Microsoft YaHei"/>
              </a:rPr>
              <a:t>西北工业大学 | 光电与智能研究院 (iOPEN)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325880"/>
            <a:ext cx="658368" cy="438912"/>
          </a:xfrm>
          <a:prstGeom prst="roundRect">
            <a:avLst/>
          </a:prstGeom>
          <a:solidFill>
            <a:srgbClr val="1D395B"/>
          </a:solidFill>
          <a:ln w="15240">
            <a:solidFill>
              <a:srgbClr val="1D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30759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>
                <a:solidFill>
                  <a:srgbClr val="1D395B"/>
                </a:solidFill>
                <a:latin typeface="Microsoft YaHei"/>
              </a:rPr>
              <a:t>研究背景与问题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325880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2A3037"/>
                </a:solidFill>
                <a:latin typeface="Microsoft YaHei"/>
              </a:rPr>
              <a:t>多工具、多轮任务中的经验复用与提示词回归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67128"/>
            <a:ext cx="658368" cy="438912"/>
          </a:xfrm>
          <a:prstGeom prst="roundRect">
            <a:avLst/>
          </a:prstGeom>
          <a:solidFill>
            <a:srgbClr val="1D395B"/>
          </a:solidFill>
          <a:ln w="15240">
            <a:solidFill>
              <a:srgbClr val="1D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14884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>
                <a:solidFill>
                  <a:srgbClr val="1D395B"/>
                </a:solidFill>
                <a:latin typeface="Microsoft YaHei"/>
              </a:rPr>
              <a:t>ExperienceEvo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67128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2A3037"/>
                </a:solidFill>
                <a:latin typeface="Microsoft YaHei"/>
              </a:rPr>
              <a:t>产物状态转移、检索注入与边界自进化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008376"/>
            <a:ext cx="658368" cy="438912"/>
          </a:xfrm>
          <a:prstGeom prst="roundRect">
            <a:avLst/>
          </a:prstGeom>
          <a:solidFill>
            <a:srgbClr val="1D395B"/>
          </a:solidFill>
          <a:ln w="15240">
            <a:solidFill>
              <a:srgbClr val="1D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99008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>
                <a:solidFill>
                  <a:srgbClr val="1D395B"/>
                </a:solidFill>
                <a:latin typeface="Microsoft YaHei"/>
              </a:rPr>
              <a:t>PromptEvo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08376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2A3037"/>
                </a:solidFill>
                <a:latin typeface="Microsoft YaHei"/>
              </a:rPr>
              <a:t>Stage1/Stage2 对比归因与 typed patch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849624"/>
            <a:ext cx="658368" cy="438912"/>
          </a:xfrm>
          <a:prstGeom prst="roundRect">
            <a:avLst/>
          </a:prstGeom>
          <a:solidFill>
            <a:srgbClr val="1D395B"/>
          </a:solidFill>
          <a:ln w="15240">
            <a:solidFill>
              <a:srgbClr val="1D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83133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>
                <a:solidFill>
                  <a:srgbClr val="1D395B"/>
                </a:solidFill>
                <a:latin typeface="Microsoft YaHei"/>
              </a:rPr>
              <a:t>实验与案例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49624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2A3037"/>
                </a:solidFill>
                <a:latin typeface="Microsoft YaHei"/>
              </a:rPr>
              <a:t>OEA、ToolBench、API-Bank、AgentDojo、RL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690872"/>
            <a:ext cx="658368" cy="438912"/>
          </a:xfrm>
          <a:prstGeom prst="roundRect">
            <a:avLst/>
          </a:prstGeom>
          <a:solidFill>
            <a:srgbClr val="1D395B"/>
          </a:solidFill>
          <a:ln w="15240">
            <a:solidFill>
              <a:srgbClr val="1D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67258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>
                <a:solidFill>
                  <a:srgbClr val="1D395B"/>
                </a:solidFill>
                <a:latin typeface="Microsoft YaHei"/>
              </a:rPr>
              <a:t>总结与下一步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90872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2A3037"/>
                </a:solidFill>
                <a:latin typeface="Microsoft YaHei"/>
              </a:rPr>
              <a:t>产物来源感知信用分配 GRPO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500" b="1">
                <a:solidFill>
                  <a:srgbClr val="1D395B"/>
                </a:solidFill>
                <a:latin typeface="Microsoft YaHei"/>
              </a:rPr>
              <a:t>1 研究背景：工具成功不等于任务正确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86384"/>
            <a:ext cx="960120" cy="45720"/>
          </a:xfrm>
          <a:prstGeom prst="rect">
            <a:avLst/>
          </a:prstGeom>
          <a:solidFill>
            <a:srgbClr val="419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5039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646E78"/>
                </a:solidFill>
                <a:latin typeface="Microsoft YaHei"/>
              </a:rPr>
              <a:t>地理空间 Agent 的真实工具闭环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900" b="0">
                <a:solidFill>
                  <a:srgbClr val="696E73"/>
                </a:solidFill>
                <a:latin typeface="Microsoft YaHei"/>
              </a:rPr>
              <a:t>3/10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787D82"/>
                </a:solidFill>
                <a:latin typeface="Microsoft YaHei"/>
              </a:rPr>
              <a:t>西北工业大学 | 光电与智能研究院 (iOPEN)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3246120" cy="3520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D395B"/>
                </a:solidFill>
                <a:latin typeface="Microsoft YaHei"/>
              </a:rPr>
              <a:t>用户任务
跨模态感知
GIS / OSM 分析
多轮工具链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9080" y="3063240"/>
            <a:ext cx="548640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1325880"/>
            <a:ext cx="2926080" cy="3520440"/>
          </a:xfrm>
          <a:prstGeom prst="roundRect">
            <a:avLst/>
          </a:prstGeom>
          <a:solidFill>
            <a:srgbClr val="FFF7EE"/>
          </a:solidFill>
          <a:ln w="15240">
            <a:solidFill>
              <a:srgbClr val="D5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A3037"/>
                </a:solidFill>
                <a:latin typeface="Microsoft YaHei"/>
              </a:rPr>
              <a:t>真实工具执行
成功返回 ≠
输入产物绑定正确
成功返回 ≠
输出适合后续消费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18120" y="3063240"/>
            <a:ext cx="548640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03920" y="1325880"/>
            <a:ext cx="2971800" cy="3520440"/>
          </a:xfrm>
          <a:prstGeom prst="roundRect">
            <a:avLst/>
          </a:prstGeom>
          <a:solidFill>
            <a:srgbClr val="F2F8F3"/>
          </a:solidFill>
          <a:ln w="15240">
            <a:solidFill>
              <a:srgbClr val="47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D395B"/>
                </a:solidFill>
                <a:latin typeface="Microsoft YaHei"/>
              </a:rPr>
              <a:t>核心问题
经验如何复用？
提示词如何演化？
错误如何归因？
→ 可验证、可回滚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500" b="1">
                <a:solidFill>
                  <a:srgbClr val="BC4B42"/>
                </a:solidFill>
                <a:latin typeface="Microsoft YaHei"/>
              </a:rPr>
              <a:t>数据不均衡、长链路信用稀疏、工具错误与语义绑定错误混杂，使“平均成功率”难以解释方法为何有效。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500" b="1">
                <a:solidFill>
                  <a:srgbClr val="1D395B"/>
                </a:solidFill>
                <a:latin typeface="Microsoft YaHei"/>
              </a:rPr>
              <a:t>2 ExperienceEvo：产物状态转移经验自进化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86384"/>
            <a:ext cx="960120" cy="45720"/>
          </a:xfrm>
          <a:prstGeom prst="rect">
            <a:avLst/>
          </a:prstGeom>
          <a:solidFill>
            <a:srgbClr val="419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5039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646E78"/>
                </a:solidFill>
                <a:latin typeface="Microsoft YaHei"/>
              </a:rPr>
              <a:t>把历史轨迹压缩为可验证的“输入产物—工具—输出产物”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900" b="0">
                <a:solidFill>
                  <a:srgbClr val="696E73"/>
                </a:solidFill>
                <a:latin typeface="Microsoft YaHei"/>
              </a:rPr>
              <a:t>4/10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787D82"/>
                </a:solidFill>
                <a:latin typeface="Microsoft YaHei"/>
              </a:rPr>
              <a:t>西北工业大学 | 光电与智能研究院 (iOPEN)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40280"/>
            <a:ext cx="1325880" cy="1143000"/>
          </a:xfrm>
          <a:prstGeom prst="roundRect">
            <a:avLst/>
          </a:prstGeom>
          <a:solidFill>
            <a:srgbClr val="EFF5F9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D395B"/>
                </a:solidFill>
                <a:latin typeface="Microsoft YaHei"/>
              </a:rPr>
              <a:t>真实 rollout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65960" y="2816352"/>
            <a:ext cx="475488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14600" y="2240280"/>
            <a:ext cx="1325880" cy="1143000"/>
          </a:xfrm>
          <a:prstGeom prst="roundRect">
            <a:avLst/>
          </a:prstGeom>
          <a:solidFill>
            <a:srgbClr val="EFF5F9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D395B"/>
                </a:solidFill>
                <a:latin typeface="Microsoft YaHei"/>
              </a:rPr>
              <a:t>轨迹抽取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86200" y="2816352"/>
            <a:ext cx="475488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34840" y="2240280"/>
            <a:ext cx="1325880" cy="1143000"/>
          </a:xfrm>
          <a:prstGeom prst="roundRect">
            <a:avLst/>
          </a:prstGeom>
          <a:solidFill>
            <a:srgbClr val="EFF5F9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D395B"/>
                </a:solidFill>
                <a:latin typeface="Microsoft YaHei"/>
              </a:rPr>
              <a:t>产物状态
转移经验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2816352"/>
            <a:ext cx="475488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55080" y="2240280"/>
            <a:ext cx="1325880" cy="1143000"/>
          </a:xfrm>
          <a:prstGeom prst="roundRect">
            <a:avLst/>
          </a:prstGeom>
          <a:solidFill>
            <a:srgbClr val="EFF5F9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D395B"/>
                </a:solidFill>
                <a:latin typeface="Microsoft YaHei"/>
              </a:rPr>
              <a:t>Q/N/R +
风险排序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26679" y="2816352"/>
            <a:ext cx="475489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75320" y="2240280"/>
            <a:ext cx="1325880" cy="1143000"/>
          </a:xfrm>
          <a:prstGeom prst="roundRect">
            <a:avLst/>
          </a:prstGeom>
          <a:solidFill>
            <a:srgbClr val="F2F8F3"/>
          </a:solidFill>
          <a:ln w="15240">
            <a:solidFill>
              <a:srgbClr val="47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D395B"/>
                </a:solidFill>
                <a:latin typeface="Microsoft YaHei"/>
              </a:rPr>
              <a:t>Top-K 注入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46920" y="2816352"/>
            <a:ext cx="475488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195560" y="2240280"/>
            <a:ext cx="1325880" cy="1143000"/>
          </a:xfrm>
          <a:prstGeom prst="roundRect">
            <a:avLst/>
          </a:prstGeom>
          <a:solidFill>
            <a:srgbClr val="F2F8F3"/>
          </a:solidFill>
          <a:ln w="15240">
            <a:solidFill>
              <a:srgbClr val="47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D395B"/>
                </a:solidFill>
                <a:latin typeface="Microsoft YaHei"/>
              </a:rPr>
              <a:t>当前状态
验证与停止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500" b="0">
                <a:solidFill>
                  <a:srgbClr val="2A3037"/>
                </a:solidFill>
                <a:latin typeface="Microsoft YaHei"/>
              </a:rPr>
              <a:t>经验不是复制历史答案，而是根据当前 product_state 检索下一步可行转移；每次工具返回后更新状态，并由 verifier 判断证据是否足够。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892040"/>
            <a:ext cx="2880360" cy="685800"/>
          </a:xfrm>
          <a:prstGeom prst="roundRect">
            <a:avLst/>
          </a:prstGeom>
          <a:solidFill>
            <a:srgbClr val="1D395B"/>
          </a:solidFill>
          <a:ln w="15240">
            <a:solidFill>
              <a:srgbClr val="1D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经验表示：C → Tool → 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892040"/>
            <a:ext cx="2880360" cy="685800"/>
          </a:xfrm>
          <a:prstGeom prst="roundRect">
            <a:avLst/>
          </a:prstGeom>
          <a:solidFill>
            <a:srgbClr val="3068A0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运行时绑定当前 artifact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892040"/>
            <a:ext cx="2880360" cy="685800"/>
          </a:xfrm>
          <a:prstGeom prst="roundRect">
            <a:avLst/>
          </a:prstGeom>
          <a:solidFill>
            <a:srgbClr val="47855C"/>
          </a:solidFill>
          <a:ln w="15240">
            <a:solidFill>
              <a:srgbClr val="47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边界版本：反例 → 条件修正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500" b="1">
                <a:solidFill>
                  <a:srgbClr val="1D395B"/>
                </a:solidFill>
                <a:latin typeface="Microsoft YaHei"/>
              </a:rPr>
              <a:t>3 ExperienceEvo 边界自进化：控制经验负迁移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86384"/>
            <a:ext cx="960120" cy="45720"/>
          </a:xfrm>
          <a:prstGeom prst="rect">
            <a:avLst/>
          </a:prstGeom>
          <a:solidFill>
            <a:srgbClr val="419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5039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646E78"/>
                </a:solidFill>
                <a:latin typeface="Microsoft YaHei"/>
              </a:rPr>
              <a:t>独立模式，可回退到 v4-clean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900" b="0">
                <a:solidFill>
                  <a:srgbClr val="696E73"/>
                </a:solidFill>
                <a:latin typeface="Microsoft YaHei"/>
              </a:rPr>
              <a:t>5/10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787D82"/>
                </a:solidFill>
                <a:latin typeface="Microsoft YaHei"/>
              </a:rPr>
              <a:t>西北工业大学 | 光电与智能研究院 (iOPEN)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2560320" cy="1005840"/>
          </a:xfrm>
          <a:prstGeom prst="roundRect">
            <a:avLst/>
          </a:prstGeom>
          <a:solidFill>
            <a:srgbClr val="EFF5F9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95B"/>
                </a:solidFill>
                <a:latin typeface="Microsoft YaHei"/>
              </a:rPr>
              <a:t>经验被使用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1920240"/>
            <a:ext cx="246888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0" y="1417320"/>
            <a:ext cx="2560320" cy="1005840"/>
          </a:xfrm>
          <a:prstGeom prst="roundRect">
            <a:avLst/>
          </a:prstGeom>
          <a:solidFill>
            <a:srgbClr val="FFF7EE"/>
          </a:solidFill>
          <a:ln w="15240">
            <a:solidFill>
              <a:srgbClr val="D5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95B"/>
                </a:solidFill>
                <a:latin typeface="Microsoft YaHei"/>
              </a:rPr>
              <a:t>构造反例
语义保持 / 语义改变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0" y="1920240"/>
            <a:ext cx="246888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37960" y="1417320"/>
            <a:ext cx="2560320" cy="1005840"/>
          </a:xfrm>
          <a:prstGeom prst="roundRect">
            <a:avLst/>
          </a:prstGeom>
          <a:solidFill>
            <a:srgbClr val="EFF5F9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95B"/>
                </a:solidFill>
                <a:latin typeface="Microsoft YaHei"/>
              </a:rPr>
              <a:t>确定性审核
输入 / 输出契约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98280" y="1920240"/>
            <a:ext cx="246888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18320" y="1417320"/>
            <a:ext cx="2011680" cy="1005840"/>
          </a:xfrm>
          <a:prstGeom prst="roundRect">
            <a:avLst/>
          </a:prstGeom>
          <a:solidFill>
            <a:srgbClr val="F2F8F3"/>
          </a:solidFill>
          <a:ln w="15240">
            <a:solidFill>
              <a:srgbClr val="47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95B"/>
                </a:solidFill>
                <a:latin typeface="Microsoft YaHei"/>
              </a:rPr>
              <a:t>更新边界
补条件 / 分裂 / 停用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24160" y="2514600"/>
            <a:ext cx="0" cy="1325880"/>
          </a:xfrm>
          <a:prstGeom prst="line">
            <a:avLst/>
          </a:prstGeom>
          <a:ln w="25400">
            <a:solidFill>
              <a:srgbClr val="478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011680" y="3840480"/>
            <a:ext cx="8412480" cy="0"/>
          </a:xfrm>
          <a:prstGeom prst="line">
            <a:avLst/>
          </a:prstGeom>
          <a:ln w="25400">
            <a:solidFill>
              <a:srgbClr val="478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011680" y="2514600"/>
            <a:ext cx="0" cy="1325880"/>
          </a:xfrm>
          <a:prstGeom prst="line">
            <a:avLst/>
          </a:prstGeom>
          <a:ln w="25400">
            <a:solidFill>
              <a:srgbClr val="478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406908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600" b="1">
                <a:solidFill>
                  <a:srgbClr val="47855C"/>
                </a:solidFill>
                <a:latin typeface="Microsoft YaHei"/>
              </a:rPr>
              <a:t>闭环：使用经验 → 发现反例 → 学习适用条件 → 运行时过滤 → 减少跨任务负迁移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92040"/>
            <a:ext cx="100584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BEC3C8"/>
            </a:solidFill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300" b="0">
                <a:solidFill>
                  <a:srgbClr val="737373"/>
                </a:solidFill>
                <a:latin typeface="Microsoft YaHei"/>
              </a:rPr>
              <a:t>【图示占位】Boundary v1 pipeline 图
独立 store + boundary rules + runtime filter/fallback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500" b="1">
                <a:solidFill>
                  <a:srgbClr val="1D395B"/>
                </a:solidFill>
                <a:latin typeface="Microsoft YaHei"/>
              </a:rPr>
              <a:t>4 PromptEvo：从失败轨迹到可回滚协议补丁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86384"/>
            <a:ext cx="960120" cy="45720"/>
          </a:xfrm>
          <a:prstGeom prst="rect">
            <a:avLst/>
          </a:prstGeom>
          <a:solidFill>
            <a:srgbClr val="419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5039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646E78"/>
                </a:solidFill>
                <a:latin typeface="Microsoft YaHei"/>
              </a:rPr>
              <a:t>Stage1 生成候选，Stage2 做对比归因与回归门控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900" b="0">
                <a:solidFill>
                  <a:srgbClr val="696E73"/>
                </a:solidFill>
                <a:latin typeface="Microsoft YaHei"/>
              </a:rPr>
              <a:t>6/10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787D82"/>
                </a:solidFill>
                <a:latin typeface="Microsoft YaHei"/>
              </a:rPr>
              <a:t>西北工业大学 | 光电与智能研究院 (iOPEN)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2240280" cy="1005840"/>
          </a:xfrm>
          <a:prstGeom prst="roundRect">
            <a:avLst/>
          </a:prstGeom>
          <a:solidFill>
            <a:srgbClr val="FFF7EE"/>
          </a:solidFill>
          <a:ln w="15240">
            <a:solidFill>
              <a:srgbClr val="BC4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95B"/>
                </a:solidFill>
                <a:latin typeface="Microsoft YaHei"/>
              </a:rPr>
              <a:t>失败轨迹
重复 / 缺参 / 工具错误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1828800"/>
            <a:ext cx="521208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20440" y="1325880"/>
            <a:ext cx="2240280" cy="1005840"/>
          </a:xfrm>
          <a:prstGeom prst="roundRect">
            <a:avLst/>
          </a:prstGeom>
          <a:solidFill>
            <a:srgbClr val="EFF5F9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95B"/>
                </a:solidFill>
                <a:latin typeface="Microsoft YaHei"/>
              </a:rPr>
              <a:t>Stage1
候选规则 patch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1828800"/>
            <a:ext cx="521208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55080" y="1325880"/>
            <a:ext cx="2240280" cy="1005840"/>
          </a:xfrm>
          <a:prstGeom prst="roundRect">
            <a:avLst/>
          </a:prstGeom>
          <a:solidFill>
            <a:srgbClr val="EFF5F9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95B"/>
                </a:solidFill>
                <a:latin typeface="Microsoft YaHei"/>
              </a:rPr>
              <a:t>Stage2
Base vs Candidate
对比归因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0" y="1828800"/>
            <a:ext cx="521208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89720" y="1325880"/>
            <a:ext cx="2286000" cy="1005840"/>
          </a:xfrm>
          <a:prstGeom prst="roundRect">
            <a:avLst/>
          </a:prstGeom>
          <a:solidFill>
            <a:srgbClr val="1D395B"/>
          </a:solidFill>
          <a:ln w="15240">
            <a:solidFill>
              <a:srgbClr val="1D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typed patch
编译 + dev gate
accept / rollback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0175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600" b="0">
                <a:solidFill>
                  <a:srgbClr val="2A3037"/>
                </a:solidFill>
                <a:latin typeface="Microsoft YaHei"/>
              </a:rPr>
              <a:t>Patch 不是自由改写完整 system prompt，而是带 trigger / scope / condition / priority 的最小协议增量。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931920"/>
            <a:ext cx="2926080" cy="1051560"/>
          </a:xfrm>
          <a:prstGeom prst="roundRect">
            <a:avLst/>
          </a:prstGeom>
          <a:solidFill>
            <a:srgbClr val="EFF5F9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95B"/>
                </a:solidFill>
                <a:latin typeface="Microsoft YaHei"/>
              </a:rPr>
              <a:t>保护目标
减少重复调用、缺参、无终止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931920"/>
            <a:ext cx="2926080" cy="1051560"/>
          </a:xfrm>
          <a:prstGeom prst="roundRect">
            <a:avLst/>
          </a:prstGeom>
          <a:solidFill>
            <a:srgbClr val="EFF5F9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95B"/>
                </a:solidFill>
                <a:latin typeface="Microsoft YaHei"/>
              </a:rPr>
              <a:t>对比证据
paired trace + 行为变化归因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931920"/>
            <a:ext cx="2926080" cy="1051560"/>
          </a:xfrm>
          <a:prstGeom prst="roundRect">
            <a:avLst/>
          </a:prstGeom>
          <a:solidFill>
            <a:srgbClr val="FFF7EE"/>
          </a:solidFill>
          <a:ln w="15240">
            <a:solidFill>
              <a:srgbClr val="D5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95B"/>
                </a:solidFill>
                <a:latin typeface="Microsoft YaHei"/>
              </a:rPr>
              <a:t>失败处理
拒绝候选或回滚，不污染 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500" b="1">
                <a:solidFill>
                  <a:srgbClr val="1D395B"/>
                </a:solidFill>
                <a:latin typeface="Microsoft YaHei"/>
              </a:rPr>
              <a:t>5 真实案例：从无证据循环到当前产物闭环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86384"/>
            <a:ext cx="960120" cy="45720"/>
          </a:xfrm>
          <a:prstGeom prst="rect">
            <a:avLst/>
          </a:prstGeom>
          <a:solidFill>
            <a:srgbClr val="419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5039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646E78"/>
                </a:solidFill>
                <a:latin typeface="Microsoft YaHei"/>
              </a:rPr>
              <a:t>同一 OEA 任务，展示方法如何改变工具链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900" b="0">
                <a:solidFill>
                  <a:srgbClr val="696E73"/>
                </a:solidFill>
                <a:latin typeface="Microsoft YaHei"/>
              </a:rPr>
              <a:t>7/10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787D82"/>
                </a:solidFill>
                <a:latin typeface="Microsoft YaHei"/>
              </a:rPr>
              <a:t>西北工业大学 | 光电与智能研究院 (iOPEN)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>
                <a:solidFill>
                  <a:srgbClr val="BC4B42"/>
                </a:solidFill>
                <a:latin typeface="Microsoft YaHei"/>
              </a:rPr>
              <a:t>Base：15 次调用，最终 max-turn 失败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1430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>
                <a:solidFill>
                  <a:srgbClr val="47855C"/>
                </a:solidFill>
                <a:latin typeface="Microsoft YaHei"/>
              </a:rPr>
              <a:t>ExperienceEvo：1 次 count，证据可回答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5074920" cy="2651760"/>
          </a:xfrm>
          <a:prstGeom prst="roundRect">
            <a:avLst/>
          </a:prstGeom>
          <a:solidFill>
            <a:srgbClr val="FFF7EE"/>
          </a:solidFill>
          <a:ln w="15240">
            <a:solidFill>
              <a:srgbClr val="BC4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2A3037"/>
                </a:solidFill>
                <a:latin typeface="Microsoft YaHei"/>
              </a:rPr>
              <a:t>OCR
→ VLM × 13
→ count_given_object
→ VLM
多次观察互相矛盾
299.65s | F1=.333 | failed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074920" cy="2651760"/>
          </a:xfrm>
          <a:prstGeom prst="roundRect">
            <a:avLst/>
          </a:prstGeom>
          <a:solidFill>
            <a:srgbClr val="F2F8F3"/>
          </a:solidFill>
          <a:ln w="15240">
            <a:solidFill>
              <a:srgbClr val="47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2A3037"/>
                </a:solidFill>
                <a:latin typeface="Microsoft YaHei"/>
              </a:rPr>
              <a:t>当前状态：input:image
→ count_given_object
→ result: count=1
→ verifier=likely_ready
33.80s | 1 call |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777240"/>
          </a:xfrm>
          <a:prstGeom prst="rect">
            <a:avLst/>
          </a:prstGeom>
          <a:solidFill>
            <a:srgbClr val="F8FAFC"/>
          </a:solidFill>
          <a:ln>
            <a:solidFill>
              <a:srgbClr val="BEC3C8"/>
            </a:solidFill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>
                <a:solidFill>
                  <a:srgbClr val="696E73"/>
                </a:solidFill>
                <a:latin typeface="Microsoft YaHei"/>
              </a:rPr>
              <a:t>案例原始 JSON、完整 conversation_history、bbox 和置信度已随材料包提供。可用 TG_40010.jpg 替换此页占位。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500" b="1">
                <a:solidFill>
                  <a:srgbClr val="1D395B"/>
                </a:solidFill>
                <a:latin typeface="Microsoft YaHei"/>
              </a:rPr>
              <a:t>6 指标对比：PromptEvo 与 RL 的真实结果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86384"/>
            <a:ext cx="960120" cy="45720"/>
          </a:xfrm>
          <a:prstGeom prst="rect">
            <a:avLst/>
          </a:prstGeom>
          <a:solidFill>
            <a:srgbClr val="419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5039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646E78"/>
                </a:solidFill>
                <a:latin typeface="Microsoft YaHei"/>
              </a:rPr>
              <a:t>主表只展示可追溯口径；污染/未完成实验单独标注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900" b="0">
                <a:solidFill>
                  <a:srgbClr val="696E73"/>
                </a:solidFill>
                <a:latin typeface="Microsoft YaHei"/>
              </a:rPr>
              <a:t>8/10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787D82"/>
                </a:solidFill>
                <a:latin typeface="Microsoft YaHei"/>
              </a:rPr>
              <a:t>西北工业大学 | 光电与智能研究院 (iOPEN)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>
                <a:solidFill>
                  <a:srgbClr val="1D395B"/>
                </a:solidFill>
                <a:latin typeface="Microsoft YaHei"/>
              </a:rPr>
              <a:t>ToolBench strict paper split（n=160）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100" b="0">
                <a:solidFill>
                  <a:srgbClr val="2A3037"/>
                </a:solidFill>
                <a:latin typeface="Microsoft YaHei"/>
              </a:rPr>
              <a:t>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709928"/>
            <a:ext cx="2760345" cy="256032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6916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100" b="1">
                <a:solidFill>
                  <a:srgbClr val="1D395B"/>
                </a:solidFill>
                <a:latin typeface="Microsoft YaHei"/>
              </a:rPr>
              <a:t>86.25%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2199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100" b="0">
                <a:solidFill>
                  <a:srgbClr val="2A3037"/>
                </a:solidFill>
                <a:latin typeface="Microsoft YaHei"/>
              </a:rPr>
              <a:t>PromptEvo Stage1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2240280"/>
            <a:ext cx="2820192" cy="256032"/>
          </a:xfrm>
          <a:prstGeom prst="rect">
            <a:avLst/>
          </a:prstGeom>
          <a:solidFill>
            <a:srgbClr val="47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2219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100" b="1">
                <a:solidFill>
                  <a:srgbClr val="1D395B"/>
                </a:solidFill>
                <a:latin typeface="Microsoft YaHei"/>
              </a:rPr>
              <a:t>88.12%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52344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100" b="0">
                <a:solidFill>
                  <a:srgbClr val="2A3037"/>
                </a:solidFill>
                <a:latin typeface="Microsoft YaHei"/>
              </a:rPr>
              <a:t>PromptEvo Stage2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2770632"/>
            <a:ext cx="2700497" cy="256032"/>
          </a:xfrm>
          <a:prstGeom prst="rect">
            <a:avLst/>
          </a:prstGeom>
          <a:solidFill>
            <a:srgbClr val="BC4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275234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100" b="1">
                <a:solidFill>
                  <a:srgbClr val="1D395B"/>
                </a:solidFill>
                <a:latin typeface="Microsoft YaHei"/>
              </a:rPr>
              <a:t>84.38%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2344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>
                <a:solidFill>
                  <a:srgbClr val="1D395B"/>
                </a:solidFill>
                <a:latin typeface="Microsoft YaHei"/>
              </a:rPr>
              <a:t>OEA RL full test（n=1162）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6916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100" b="0">
                <a:solidFill>
                  <a:srgbClr val="2A3037"/>
                </a:solidFill>
                <a:latin typeface="Microsoft YaHei"/>
              </a:rPr>
              <a:t>Qwen3B 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709928"/>
            <a:ext cx="1971263" cy="256032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09960" y="16916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100" b="1">
                <a:solidFill>
                  <a:srgbClr val="1D395B"/>
                </a:solidFill>
                <a:latin typeface="Microsoft YaHei"/>
              </a:rPr>
              <a:t>71.86%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221992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100" b="0">
                <a:solidFill>
                  <a:srgbClr val="2A3037"/>
                </a:solidFill>
                <a:latin typeface="Microsoft YaHei"/>
              </a:rPr>
              <a:t>Pure GRPO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240280"/>
            <a:ext cx="1938070" cy="256032"/>
          </a:xfrm>
          <a:prstGeom prst="rect">
            <a:avLst/>
          </a:prstGeom>
          <a:solidFill>
            <a:srgbClr val="BC4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09960" y="2221992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100" b="1">
                <a:solidFill>
                  <a:srgbClr val="1D395B"/>
                </a:solidFill>
                <a:latin typeface="Microsoft YaHei"/>
              </a:rPr>
              <a:t>70.65%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752344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100" b="0">
                <a:solidFill>
                  <a:srgbClr val="2A3037"/>
                </a:solidFill>
                <a:latin typeface="Microsoft YaHei"/>
              </a:rPr>
              <a:t>GRPO + ExperienceEvo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770632"/>
            <a:ext cx="2023110" cy="256032"/>
          </a:xfrm>
          <a:prstGeom prst="rect">
            <a:avLst/>
          </a:prstGeom>
          <a:solidFill>
            <a:srgbClr val="47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09960" y="2752344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100" b="1">
                <a:solidFill>
                  <a:srgbClr val="1D395B"/>
                </a:solidFill>
                <a:latin typeface="Microsoft YaHei"/>
              </a:rPr>
              <a:t>73.75%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703320"/>
            <a:ext cx="3246120" cy="1143000"/>
          </a:xfrm>
          <a:prstGeom prst="roundRect">
            <a:avLst/>
          </a:prstGeom>
          <a:solidFill>
            <a:srgbClr val="F2F8F3"/>
          </a:solidFill>
          <a:ln w="15240">
            <a:solidFill>
              <a:srgbClr val="47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95B"/>
                </a:solidFill>
                <a:latin typeface="Microsoft YaHei"/>
              </a:rPr>
              <a:t>PromptEvo Stage1
Success +1.87 pp
Tool error 14.37% → 7.50%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3703320"/>
            <a:ext cx="3246120" cy="1143000"/>
          </a:xfrm>
          <a:prstGeom prst="roundRect">
            <a:avLst/>
          </a:prstGeom>
          <a:solidFill>
            <a:srgbClr val="F2F8F3"/>
          </a:solidFill>
          <a:ln w="15240">
            <a:solidFill>
              <a:srgbClr val="47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95B"/>
                </a:solidFill>
                <a:latin typeface="Microsoft YaHei"/>
              </a:rPr>
              <a:t>RL + ExperienceEvo
Success +1.89 pp vs Base
Tool error 48.45% → 34.17%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703320"/>
            <a:ext cx="3246120" cy="1143000"/>
          </a:xfrm>
          <a:prstGeom prst="roundRect">
            <a:avLst/>
          </a:prstGeom>
          <a:solidFill>
            <a:srgbClr val="FFF7EE"/>
          </a:solidFill>
          <a:ln w="15240">
            <a:solidFill>
              <a:srgbClr val="D5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95B"/>
                </a:solidFill>
                <a:latin typeface="Microsoft YaHei"/>
              </a:rPr>
              <a:t>边界与限制
Set-F1 基本持平
Stage2 / 污染 eval 不作主结论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349240"/>
            <a:ext cx="106070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BEC3C8"/>
            </a:solidFill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300" b="0">
                <a:solidFill>
                  <a:srgbClr val="737373"/>
                </a:solidFill>
                <a:latin typeface="Microsoft YaHei"/>
              </a:rPr>
              <a:t>【图表占位】可替换为案例包 tables/ 中 CSV 生成的论文风格指标图。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500" b="1">
                <a:solidFill>
                  <a:srgbClr val="1D395B"/>
                </a:solidFill>
                <a:latin typeface="Microsoft YaHei"/>
              </a:rPr>
              <a:t>7 下一步：产物来源感知的局部信用分配 GRPO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86384"/>
            <a:ext cx="960120" cy="45720"/>
          </a:xfrm>
          <a:prstGeom prst="rect">
            <a:avLst/>
          </a:prstGeom>
          <a:solidFill>
            <a:srgbClr val="419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5039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646E78"/>
                </a:solidFill>
                <a:latin typeface="Microsoft YaHei"/>
              </a:rPr>
              <a:t>保留 GRPO 组内优势，把信用从整条轨迹细化到工具动作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900" b="0">
                <a:solidFill>
                  <a:srgbClr val="696E73"/>
                </a:solidFill>
                <a:latin typeface="Microsoft YaHei"/>
              </a:rPr>
              <a:t>9/10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787D82"/>
                </a:solidFill>
                <a:latin typeface="Microsoft YaHei"/>
              </a:rPr>
              <a:t>西北工业大学 | 光电与智能研究院 (iOPEN)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331720" cy="914400"/>
          </a:xfrm>
          <a:prstGeom prst="roundRect">
            <a:avLst/>
          </a:prstGeom>
          <a:solidFill>
            <a:srgbClr val="EFF5F9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D395B"/>
                </a:solidFill>
                <a:latin typeface="Microsoft YaHei"/>
              </a:rPr>
              <a:t>完整 rollout
Episode reward Rᵢ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1874519"/>
            <a:ext cx="704088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94760" y="1417320"/>
            <a:ext cx="2331720" cy="914400"/>
          </a:xfrm>
          <a:prstGeom prst="roundRect">
            <a:avLst/>
          </a:prstGeom>
          <a:solidFill>
            <a:srgbClr val="EFF5F9"/>
          </a:solidFill>
          <a:ln w="1524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D395B"/>
                </a:solidFill>
                <a:latin typeface="Microsoft YaHei"/>
              </a:rPr>
              <a:t>产物依赖图
来源 / 语义 / 下游消费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0" y="1874519"/>
            <a:ext cx="841248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40880" y="1417320"/>
            <a:ext cx="2331720" cy="914400"/>
          </a:xfrm>
          <a:prstGeom prst="roundRect">
            <a:avLst/>
          </a:prstGeom>
          <a:solidFill>
            <a:srgbClr val="FFF7EE"/>
          </a:solidFill>
          <a:ln w="15240">
            <a:solidFill>
              <a:srgbClr val="D5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D395B"/>
                </a:solidFill>
                <a:latin typeface="Microsoft YaHei"/>
              </a:rPr>
              <a:t>局部信用 cᵢ,ₜ
同前缀动作对比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72600" y="1874519"/>
            <a:ext cx="704088" cy="0"/>
          </a:xfrm>
          <a:prstGeom prst="line">
            <a:avLst/>
          </a:prstGeom>
          <a:ln w="25400">
            <a:solidFill>
              <a:srgbClr val="306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49840" y="1417320"/>
            <a:ext cx="1371600" cy="914400"/>
          </a:xfrm>
          <a:prstGeom prst="roundRect">
            <a:avLst/>
          </a:prstGeom>
          <a:solidFill>
            <a:srgbClr val="1D395B"/>
          </a:solidFill>
          <a:ln w="15240">
            <a:solidFill>
              <a:srgbClr val="1D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Ãᵢ,ₜ
对齐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889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600" b="0">
                <a:solidFill>
                  <a:srgbClr val="2A3037"/>
                </a:solidFill>
                <a:latin typeface="Microsoft YaHei"/>
              </a:rPr>
              <a:t>普通 GRPO：同一 rollout 的 assistant token 共享 Aᵢ。
方案 A：保留 Aᵢ，并根据产物来源、输出契约和下游消费得到 δᵢ,ₜ，只作用于对应工具调用 token。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10424160" cy="914400"/>
          </a:xfrm>
          <a:prstGeom prst="rect">
            <a:avLst/>
          </a:prstGeom>
          <a:solidFill>
            <a:srgbClr val="F8FAFC"/>
          </a:solidFill>
          <a:ln>
            <a:solidFill>
              <a:srgbClr val="3068A0"/>
            </a:solidFill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500" b="1">
                <a:solidFill>
                  <a:srgbClr val="3068A0"/>
                </a:solidFill>
                <a:latin typeface="Microsoft YaHei"/>
              </a:rPr>
              <a:t>cᵢ,ₜ = wₛSᵢ,ₜ + wₒOᵢ,ₜ + wₚPᵢ,ₜ − wₙNᵢ,ₜ
Ãᵢ,ₜ = (1−λcᵢ,ₜ)Aᵢ + λcᵢ,ₜ · clip(Dᵢ,ₜ/s, −aₘₐₓ, aₘₐₓ)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300" b="1">
                <a:solidFill>
                  <a:srgbClr val="BC4B42"/>
                </a:solidFill>
                <a:latin typeface="Microsoft YaHei"/>
              </a:rPr>
              <a:t>当前为待验证算法方案；需要 veRL 级别的 action-span 对齐和标准 GRPO / 过程奖励 / 动作级信用消融。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3100" b="1">
                <a:solidFill>
                  <a:srgbClr val="1D395B"/>
                </a:solidFill>
                <a:latin typeface="Microsoft YaHei"/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2100" b="0">
                <a:solidFill>
                  <a:srgbClr val="2A3037"/>
                </a:solidFill>
                <a:latin typeface="Microsoft YaHei"/>
              </a:rPr>
              <a:t>ExperienceEvo：让工具轨迹变成可验证的产物状态经验
PromptEvo：让失败轨迹变成可回滚的协议 patch
下一步：把产物语义绑定引入 Agentic RL 的局部信用分配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9204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1">
                <a:solidFill>
                  <a:srgbClr val="3068A0"/>
                </a:solidFill>
                <a:latin typeface="Microsoft YaHei"/>
              </a:rPr>
              <a:t>谢谢各位老师，请批评指正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9496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>
                <a:solidFill>
                  <a:srgbClr val="646E78"/>
                </a:solidFill>
                <a:latin typeface="Microsoft YaHei"/>
              </a:rPr>
              <a:t>西北工业大学 · 光电与智能研究院 (iOPEN)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内容占位符 13">
            <a:extLst>
              <a:ext uri="{FF2B5EF4-FFF2-40B4-BE49-F238E27FC236}">
                <a16:creationId xmlns:a16="http://schemas.microsoft.com/office/drawing/2014/main" id="{835D4355-0C9E-44A7-9C6F-69E8E14511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3922945"/>
              </p:ext>
            </p:extLst>
          </p:nvPr>
        </p:nvGraphicFramePr>
        <p:xfrm>
          <a:off x="854528" y="1844676"/>
          <a:ext cx="10009415" cy="4722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标题 3">
            <a:extLst>
              <a:ext uri="{FF2B5EF4-FFF2-40B4-BE49-F238E27FC236}">
                <a16:creationId xmlns:a16="http://schemas.microsoft.com/office/drawing/2014/main" id="{1300A0F0-0B7C-4FD4-91C4-69AEAEBCD98F}"/>
              </a:ext>
            </a:extLst>
          </p:cNvPr>
          <p:cNvSpPr txBox="1">
            <a:spLocks/>
          </p:cNvSpPr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200" b="0" i="0" u="none" strike="noStrike" kern="1200" cap="none" spc="0" normalizeH="0" baseline="0" noProof="0">
                <a:ln>
                  <a:noFill/>
                </a:ln>
                <a:solidFill>
                  <a:srgbClr val="023B7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图表样例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24BFE9-B853-41D8-84CF-3DA3641A9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33223C-0F98-462B-A603-F1FE98EB154F}" type="slidenum">
              <a:rPr lang="zh-CN" altLang="en-US" smtClean="0"/>
              <a:pPr/>
              <a:t>11</a:t>
            </a:fld>
            <a:r>
              <a:rPr lang="en-US" altLang="zh-CN"/>
              <a:t>/13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7372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39DFD90-AB80-4CF8-AD5E-17AE6DA1EF7B}"/>
              </a:ext>
            </a:extLst>
          </p:cNvPr>
          <p:cNvGrpSpPr/>
          <p:nvPr/>
        </p:nvGrpSpPr>
        <p:grpSpPr>
          <a:xfrm>
            <a:off x="3283858" y="4585205"/>
            <a:ext cx="5943598" cy="1796206"/>
            <a:chOff x="3882573" y="4583534"/>
            <a:chExt cx="5943598" cy="179620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35C65C2-EA9E-4CDE-91A3-58A32E0E2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2573" y="4583534"/>
              <a:ext cx="1692214" cy="1796206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AB3A2C8-F323-491C-A01B-AE66570A3A74}"/>
                </a:ext>
              </a:extLst>
            </p:cNvPr>
            <p:cNvSpPr/>
            <p:nvPr/>
          </p:nvSpPr>
          <p:spPr>
            <a:xfrm>
              <a:off x="5465021" y="4714591"/>
              <a:ext cx="4361150" cy="12554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4120"/>
                </a:lnSpc>
              </a:pPr>
              <a:r>
                <a:rPr lang="zh-CN" altLang="en-US" sz="3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西北工业大学</a:t>
              </a:r>
              <a:endParaRPr lang="en-US" altLang="zh-CN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4120"/>
                </a:lnSpc>
              </a:pPr>
              <a:r>
                <a:rPr lang="zh-CN" altLang="en-US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光电与智能研究院</a:t>
              </a:r>
              <a:r>
                <a:rPr lang="en-US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8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iOPEN</a:t>
              </a:r>
              <a:r>
                <a:rPr lang="en-US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C2E2BDAC-0429-455E-B436-BFA6BF8C0C5D}"/>
              </a:ext>
            </a:extLst>
          </p:cNvPr>
          <p:cNvSpPr txBox="1"/>
          <p:nvPr/>
        </p:nvSpPr>
        <p:spPr>
          <a:xfrm>
            <a:off x="2895600" y="1580868"/>
            <a:ext cx="64008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敬请各位老师批评指正</a:t>
            </a:r>
            <a:b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</a:b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谢谢！</a:t>
            </a:r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981747BD-36BA-433D-BA1E-B814517969D9}"/>
              </a:ext>
            </a:extLst>
          </p:cNvPr>
          <p:cNvSpPr txBox="1">
            <a:spLocks/>
          </p:cNvSpPr>
          <p:nvPr/>
        </p:nvSpPr>
        <p:spPr>
          <a:xfrm>
            <a:off x="2794000" y="3424296"/>
            <a:ext cx="6604000" cy="6667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b="0" dirty="0"/>
              <a:t>汇报人    </a:t>
            </a:r>
            <a:r>
              <a:rPr lang="en-US" altLang="zh-CN" b="0" dirty="0">
                <a:latin typeface="+mn-lt"/>
              </a:rPr>
              <a:t>email@mail.com</a:t>
            </a:r>
          </a:p>
        </p:txBody>
      </p:sp>
    </p:spTree>
    <p:extLst>
      <p:ext uri="{BB962C8B-B14F-4D97-AF65-F5344CB8AC3E}">
        <p14:creationId xmlns:p14="http://schemas.microsoft.com/office/powerpoint/2010/main" val="3398455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7CC65-C0E1-4CED-A658-BC4EC9F6DF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</a:rPr>
              <a:t>Thank you</a:t>
            </a:r>
            <a:r>
              <a:rPr lang="zh-CN" altLang="en-US" b="1" dirty="0">
                <a:latin typeface="+mn-lt"/>
              </a:rPr>
              <a:t>！</a:t>
            </a:r>
            <a:endParaRPr lang="zh-CN" altLang="en-US" dirty="0">
              <a:latin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16EE44-94D6-4B7C-9548-CA16E0AE7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1"/>
            <a:ext cx="9144000" cy="64951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b="0" dirty="0"/>
              <a:t>报告人     </a:t>
            </a:r>
            <a:r>
              <a:rPr lang="en-US" altLang="zh-CN" b="0" dirty="0">
                <a:latin typeface="+mn-lt"/>
              </a:rPr>
              <a:t>email@mail.com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FB7E62-6A23-43B7-A3BA-F956060BC4A2}"/>
              </a:ext>
            </a:extLst>
          </p:cNvPr>
          <p:cNvSpPr/>
          <p:nvPr/>
        </p:nvSpPr>
        <p:spPr>
          <a:xfrm>
            <a:off x="1524000" y="4714591"/>
            <a:ext cx="5362636" cy="1255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840"/>
              </a:lnSpc>
            </a:pP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西北工业大学</a:t>
            </a:r>
            <a:endParaRPr lang="en-US" altLang="zh-CN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84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光电与智能研究院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(iOPEN)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5C65C2-EA9E-4CDE-91A3-58A32E0E2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75" y="4714591"/>
            <a:ext cx="1445275" cy="153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56574"/>
      </p:ext>
    </p:extLst>
  </p:cSld>
  <p:clrMapOvr>
    <a:masterClrMapping/>
  </p:clrMapOvr>
</p:sld>
</file>

<file path=ppt/theme/theme1.xml><?xml version="1.0" encoding="utf-8"?>
<a:theme xmlns:a="http://schemas.openxmlformats.org/drawingml/2006/main" name="标题页面">
  <a:themeElements>
    <a:clrScheme name="iOPEN标准色V0.9">
      <a:dk1>
        <a:srgbClr val="023B72"/>
      </a:dk1>
      <a:lt1>
        <a:srgbClr val="FFFFFF"/>
      </a:lt1>
      <a:dk2>
        <a:srgbClr val="005FC8"/>
      </a:dk2>
      <a:lt2>
        <a:srgbClr val="E7E6E6"/>
      </a:lt2>
      <a:accent1>
        <a:srgbClr val="005FC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OPEN字体V1.0">
      <a:majorFont>
        <a:latin typeface="Palatino Linotype"/>
        <a:ea typeface="微软雅黑"/>
        <a:cs typeface=""/>
      </a:majorFont>
      <a:minorFont>
        <a:latin typeface="Palatino Linotype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页\空白页">
  <a:themeElements>
    <a:clrScheme name="iOPEN标准色V0.9">
      <a:dk1>
        <a:srgbClr val="023B72"/>
      </a:dk1>
      <a:lt1>
        <a:srgbClr val="FFFFFF"/>
      </a:lt1>
      <a:dk2>
        <a:srgbClr val="005FC8"/>
      </a:dk2>
      <a:lt2>
        <a:srgbClr val="E7E6E6"/>
      </a:lt2>
      <a:accent1>
        <a:srgbClr val="005FC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OPEN字体V1.0">
      <a:majorFont>
        <a:latin typeface="Palatino Linotype"/>
        <a:ea typeface="微软雅黑"/>
        <a:cs typeface=""/>
      </a:majorFont>
      <a:minorFont>
        <a:latin typeface="Palatino Linotype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正文页">
  <a:themeElements>
    <a:clrScheme name="iOPEN标准色V0.9">
      <a:dk1>
        <a:srgbClr val="023B72"/>
      </a:dk1>
      <a:lt1>
        <a:srgbClr val="FFFFFF"/>
      </a:lt1>
      <a:dk2>
        <a:srgbClr val="005FC8"/>
      </a:dk2>
      <a:lt2>
        <a:srgbClr val="E7E6E6"/>
      </a:lt2>
      <a:accent1>
        <a:srgbClr val="005FC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OPEN字体V1.0">
      <a:majorFont>
        <a:latin typeface="Palatino Linotype"/>
        <a:ea typeface="微软雅黑"/>
        <a:cs typeface=""/>
      </a:majorFont>
      <a:minorFont>
        <a:latin typeface="Palatino Linotype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OPEN标准色V0.9">
    <a:dk1>
      <a:srgbClr val="023B72"/>
    </a:dk1>
    <a:lt1>
      <a:srgbClr val="FFFFFF"/>
    </a:lt1>
    <a:dk2>
      <a:srgbClr val="005FC8"/>
    </a:dk2>
    <a:lt2>
      <a:srgbClr val="E7E6E6"/>
    </a:lt2>
    <a:accent1>
      <a:srgbClr val="005FC8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iOPEN字体V1.0">
    <a:majorFont>
      <a:latin typeface="Palatino Linotype"/>
      <a:ea typeface="微软雅黑"/>
      <a:cs typeface=""/>
    </a:majorFont>
    <a:minorFont>
      <a:latin typeface="Palatino Linotype"/>
      <a:ea typeface="微软雅黑"/>
      <a:cs typeface=""/>
    </a:minorFont>
  </a:fontScheme>
  <a:fmtScheme name="细微固体">
    <a:fillStyleLst>
      <a:solidFill>
        <a:schemeClr val="phClr"/>
      </a:solidFill>
      <a:solidFill>
        <a:schemeClr val="phClr">
          <a:tint val="65000"/>
        </a:schemeClr>
      </a:solidFill>
      <a:solidFill>
        <a:schemeClr val="phClr">
          <a:shade val="80000"/>
          <a:satMod val="150000"/>
        </a:schemeClr>
      </a:solidFill>
    </a:fillStyleLst>
    <a:lnStyleLst>
      <a:ln w="9525" cap="flat" cmpd="sng" algn="ctr">
        <a:solidFill>
          <a:schemeClr val="phClr"/>
        </a:solidFill>
        <a:prstDash val="solid"/>
      </a:ln>
      <a:ln w="10795" cap="flat" cmpd="sng" algn="ctr">
        <a:solidFill>
          <a:schemeClr val="phClr"/>
        </a:solidFill>
        <a:prstDash val="solid"/>
      </a:ln>
      <a:ln w="17145" cap="flat" cmpd="sng" algn="ctr">
        <a:solidFill>
          <a:schemeClr val="phClr">
            <a:shade val="95000"/>
            <a:alpha val="50000"/>
            <a:satMod val="150000"/>
          </a:schemeClr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4104</TotalTime>
  <Words>904</Words>
  <Application>Microsoft Office PowerPoint</Application>
  <PresentationFormat>宽屏</PresentationFormat>
  <Paragraphs>134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华文新魏</vt:lpstr>
      <vt:lpstr>思源黑体 CN Heavy</vt:lpstr>
      <vt:lpstr>微软雅黑</vt:lpstr>
      <vt:lpstr>Arial</vt:lpstr>
      <vt:lpstr>Palatino Linotype</vt:lpstr>
      <vt:lpstr>Wingdings</vt:lpstr>
      <vt:lpstr>标题页面</vt:lpstr>
      <vt:lpstr>目录页\空白页</vt:lpstr>
      <vt:lpstr>正文页</vt:lpstr>
      <vt:lpstr>标题样例：A Sample of Title</vt:lpstr>
      <vt:lpstr>标题样例：A Sample of Title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Chengze</dc:creator>
  <cp:lastModifiedBy>Wang Chengze</cp:lastModifiedBy>
  <cp:revision>808</cp:revision>
  <dcterms:created xsi:type="dcterms:W3CDTF">2020-12-02T02:29:00Z</dcterms:created>
  <dcterms:modified xsi:type="dcterms:W3CDTF">2022-03-23T23:30:56Z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</Properties>
</file>